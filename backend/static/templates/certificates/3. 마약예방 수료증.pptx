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4NmQrJ2HTKr6gRI5bUrF0auW3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11D06F-0654-4037-A7D7-852AAE7551EA}">
  <a:tblStyle styleId="{9411D06F-0654-4037-A7D7-852AAE7551EA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EC783D1A-EF7A-4C0A-B82E-715AFE85AD17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241550" y="685800"/>
            <a:ext cx="237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{9411D06F-0654-4037-A7D7-852AAE7551EA}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ko-KR" sz="3200"/>
              <a:t>수료증</a:t>
            </a:r>
            <a:endParaRPr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25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007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{EC783D1A-EF7A-4C0A-B82E-715AFE85AD17}</a:tableStyleId>
              </a:tblPr>
              <a:tblGrid>
                <a:gridCol w="1035450"/>
                <a:gridCol w="1563175"/>
                <a:gridCol w="1129600"/>
                <a:gridCol w="1469050"/>
              </a:tblGrid>
              <a:tr h="56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마약</a:t>
                      </a:r>
                      <a:r>
                        <a:rPr b="0"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예방교육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/>
                        <a:t> </a:t>
                      </a:r>
                      <a:r>
                        <a:rPr b="0" lang="ko-KR" sz="1200" u="none" cap="none" strike="noStrike"/>
                        <a:t>202</a:t>
                      </a:r>
                      <a:r>
                        <a:rPr b="0" lang="ko-KR" sz="1200"/>
                        <a:t>6</a:t>
                      </a:r>
                      <a:r>
                        <a:rPr b="0" lang="ko-KR" sz="1200" u="none" cap="none" strike="noStrike"/>
                        <a:t>년  </a:t>
                      </a:r>
                      <a:r>
                        <a:rPr b="0" lang="ko-KR" sz="1200"/>
                        <a:t>4</a:t>
                      </a:r>
                      <a:r>
                        <a:rPr b="0" lang="ko-KR" sz="1200" u="none" cap="none" strike="noStrike"/>
                        <a:t>월</a:t>
                      </a:r>
                      <a:r>
                        <a:rPr b="0" lang="ko-KR" sz="1200"/>
                        <a:t> 24</a:t>
                      </a:r>
                      <a:r>
                        <a:rPr b="0"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성명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변 장 수 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1957</a:t>
                      </a:r>
                      <a:r>
                        <a:rPr lang="ko-KR" sz="1200" u="none" cap="none" strike="noStrike"/>
                        <a:t>년 </a:t>
                      </a:r>
                      <a:r>
                        <a:rPr lang="ko-KR" sz="1200"/>
                        <a:t> 10</a:t>
                      </a:r>
                      <a:r>
                        <a:rPr lang="ko-KR" sz="1200" u="none" cap="none" strike="noStrike"/>
                        <a:t>월</a:t>
                      </a:r>
                      <a:r>
                        <a:rPr lang="ko-KR" sz="1200"/>
                        <a:t> 5</a:t>
                      </a:r>
                      <a:r>
                        <a:rPr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교육내용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마약류의 정의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마약류의 위험성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마약중독의 폐해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마약범죄의 동향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마약범죄의 처벌법규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마약범의 처벌사례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마약중독의 기전과 의미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마약중독 예방을 위한 실천전략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