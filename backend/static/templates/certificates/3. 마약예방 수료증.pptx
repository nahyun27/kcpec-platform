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g4NmQrJ2HTKr6gRI5bUrF0auW3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706556E-1F97-4A3A-BB7D-89215FFB17B1}">
  <a:tblStyle styleId="{C706556E-1F97-4A3A-BB7D-89215FFB17B1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3655B41F-9398-4788-9E38-7D5407FB60B2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{C706556E-1F97-4A3A-BB7D-89215FFB17B1}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9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1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016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{3655B41F-9398-4788-9E38-7D5407FB60B2}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마약</a:t>
                      </a:r>
                      <a:r>
                        <a:rPr b="0" lang="ko-KR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 </a:t>
                      </a:r>
                      <a:r>
                        <a:rPr b="0" lang="ko-KR" sz="1200" u="none" cap="none" strike="noStrike"/>
                        <a:t>202</a:t>
                      </a:r>
                      <a:r>
                        <a:rPr b="0" lang="ko-KR" sz="1200"/>
                        <a:t>6</a:t>
                      </a:r>
                      <a:r>
                        <a:rPr b="0" lang="ko-KR" sz="1200" u="none" cap="none" strike="noStrike"/>
                        <a:t>년  </a:t>
                      </a:r>
                      <a:r>
                        <a:rPr b="0" lang="ko-KR" sz="1200"/>
                        <a:t>9</a:t>
                      </a:r>
                      <a:r>
                        <a:rPr b="0" lang="ko-KR" sz="1200" u="none" cap="none" strike="noStrike"/>
                        <a:t>월</a:t>
                      </a:r>
                      <a:r>
                        <a:rPr b="0" lang="ko-KR" sz="1200"/>
                        <a:t>  1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김 상 원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1994</a:t>
                      </a:r>
                      <a:r>
                        <a:rPr lang="ko-KR" sz="1200" u="none" cap="none" strike="noStrike"/>
                        <a:t>년 </a:t>
                      </a:r>
                      <a:r>
                        <a:rPr lang="ko-KR" sz="1200"/>
                        <a:t> 5</a:t>
                      </a:r>
                      <a:r>
                        <a:rPr lang="ko-KR" sz="1200" u="none" cap="none" strike="noStrike"/>
                        <a:t>월</a:t>
                      </a:r>
                      <a:r>
                        <a:rPr lang="ko-KR" sz="1200"/>
                        <a:t>  27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마약류의 정의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마약류의 위험성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마약중독의 폐해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마약범죄의 동향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마약범죄의 처벌법규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마약범의 처벌사례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마약중독의 기전과 의미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마약중독 예방을 위한 실천전략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