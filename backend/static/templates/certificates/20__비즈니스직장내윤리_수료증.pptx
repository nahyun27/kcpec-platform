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94" y="-2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1732851107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비즈니스·</a:t>
                      </a:r>
                      <a:endParaRPr lang="en-US" altLang="ko-KR" sz="12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직장 내 윤리교육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기업윤리와 직업윤리의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직장 내 괴롭힘의 개념과 유형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직장 내 성희롱 예방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공정거래와 준법경영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이해충돌과 영업비밀 보호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건전한 조직문화 조성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직장윤리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2026-07-03T05:28:18Z</dcterms:modified>
</cp:coreProperties>
</file>