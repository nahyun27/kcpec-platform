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19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228222184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공무원 윤리교육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공직윤리의 개념과 중요성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공무원 행동강령의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청탁금지법의 주요 내용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이해충돌방지법의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청렴의무와 품위유지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부패방지와 내부신고 제도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공직윤리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2026-07-03T05:27:29Z</dcterms:modified>
</cp:coreProperties>
</file>