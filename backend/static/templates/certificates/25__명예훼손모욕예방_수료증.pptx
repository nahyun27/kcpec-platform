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embeddedFontLst>
    <p:embeddedFont>
      <p:font typeface="Play" panose="020B0600000101010101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gLBBCiBHQOdL5dH5/HpMZrtzC/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4CA60C-AE1B-4565-83A6-60A876B977B0}">
  <a:tblStyle styleId="{4A4CA60C-AE1B-4565-83A6-60A876B977B0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F8A2453-2C4A-4537-922A-DB7612E4EEDE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1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5936875" cy="9061075"/>
        </p:xfrm>
        <a:graphic>
          <a:graphicData uri="http://schemas.openxmlformats.org/drawingml/2006/table">
            <a:tbl>
              <a:tblPr firstRow="1" bandRow="1">
                <a:noFill/>
                <a:tableStyleId>{4A4CA60C-AE1B-4565-83A6-60A876B977B0}</a:tableStyleId>
              </a:tblPr>
              <a:tblGrid>
                <a:gridCol w="593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06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ko-KR" sz="3200" b="1"/>
              <a:t>수료증</a:t>
            </a:r>
            <a:endParaRPr/>
          </a:p>
        </p:txBody>
      </p:sp>
      <p:pic>
        <p:nvPicPr>
          <p:cNvPr id="86" name="Google Shape;86;p1" descr="패턴, 레드, 예술, 그래픽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년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월 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텍스트, 원, 폰트, 로고이(가) 표시된 사진&#10;&#10;자동 생성된 설명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25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00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위 사람은 한국범죄예방교육센터에서 실시한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상기 교육과정을 성실히 이수하였으므로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본 증서를 수여합니다.</a:t>
            </a:r>
            <a:endParaRPr/>
          </a:p>
        </p:txBody>
      </p:sp>
      <p:graphicFrame>
        <p:nvGraphicFramePr>
          <p:cNvPr id="92" name="Google Shape;92;p1"/>
          <p:cNvGraphicFramePr/>
          <p:nvPr>
            <p:extLst>
              <p:ext uri="{D42A27DB-BD31-4B8C-83A1-F6EECF244321}">
                <p14:modId xmlns:p14="http://schemas.microsoft.com/office/powerpoint/2010/main" val="1681650442"/>
              </p:ext>
            </p:extLst>
          </p:nvPr>
        </p:nvGraphicFramePr>
        <p:xfrm>
          <a:off x="813546" y="2245640"/>
          <a:ext cx="5197275" cy="3659675"/>
        </p:xfrm>
        <a:graphic>
          <a:graphicData uri="http://schemas.openxmlformats.org/drawingml/2006/table">
            <a:tbl>
              <a:tblPr firstRow="1" bandRow="1">
                <a:noFill/>
                <a:tableStyleId>{1F8A2453-2C4A-4537-922A-DB7612E4EEDE}</a:tableStyleId>
              </a:tblPr>
              <a:tblGrid>
                <a:gridCol w="10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 dirty="0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명예훼손·모욕 예방교육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altLang="ko-KR" sz="1200" b="0" dirty="0"/>
                        <a:t>2006</a:t>
                      </a:r>
                      <a:r>
                        <a:rPr lang="ko-KR" sz="1200" b="0" dirty="0"/>
                        <a:t>년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sz="1200" b="0" dirty="0"/>
                        <a:t>월 </a:t>
                      </a:r>
                      <a:r>
                        <a:rPr lang="en-US" altLang="ko-KR" sz="1200" b="0" dirty="0"/>
                        <a:t>31</a:t>
                      </a:r>
                      <a:r>
                        <a:rPr lang="ko-KR" sz="1200" b="0" dirty="0"/>
                        <a:t>일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 dirty="0">
                          <a:solidFill>
                            <a:schemeClr val="dk1"/>
                          </a:solidFill>
                        </a:rPr>
                        <a:t>성명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/>
                        <a:t>2006</a:t>
                      </a:r>
                      <a:r>
                        <a:rPr lang="ko-KR" altLang="en-US" sz="1200" b="0" dirty="0"/>
                        <a:t>년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</a:t>
                      </a:r>
                      <a:r>
                        <a:rPr lang="en-US" altLang="ko-KR" sz="1200" b="0" dirty="0"/>
                        <a:t>31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7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/>
                        <a:t>교육내용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 err="1"/>
                        <a:t>명예훼손·모욕의</a:t>
                      </a:r>
                      <a:r>
                        <a:rPr lang="ko-KR" sz="1200" dirty="0"/>
                        <a:t> 개념(말과 글의 무게)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명예훼손죄와 모욕죄의 성립요건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형법상 처벌규정과 처리절차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 err="1"/>
                        <a:t>명예훼손·모욕의</a:t>
                      </a:r>
                      <a:r>
                        <a:rPr lang="ko-KR" sz="1200" dirty="0"/>
                        <a:t> 심리와 원인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사이버 </a:t>
                      </a:r>
                      <a:r>
                        <a:rPr lang="ko-KR" sz="1200" dirty="0" err="1"/>
                        <a:t>명예훼손·모욕과</a:t>
                      </a:r>
                      <a:r>
                        <a:rPr lang="ko-KR" sz="1200" dirty="0"/>
                        <a:t> 정보통신망법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 err="1"/>
                        <a:t>명예훼손·모욕</a:t>
                      </a:r>
                      <a:r>
                        <a:rPr lang="ko-KR" sz="1200" dirty="0"/>
                        <a:t> 처벌사례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피해자와 가해자가 치르는 대가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건강한 소통을 위한 실천전략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</Words>
  <Application>Microsoft Office PowerPoint</Application>
  <PresentationFormat>A4 용지(210x297mm)</PresentationFormat>
  <Paragraphs>26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Play</vt:lpstr>
      <vt:lpstr>Arial</vt:lpstr>
      <vt:lpstr>Office 테마</vt:lpstr>
      <vt:lpstr>수료증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2983</dc:creator>
  <cp:lastModifiedBy>윤승진 변호사</cp:lastModifiedBy>
  <cp:revision>1</cp:revision>
  <dcterms:created xsi:type="dcterms:W3CDTF">2024-03-21T05:26:47Z</dcterms:created>
  <dcterms:modified xsi:type="dcterms:W3CDTF">2026-08-06T07:57:14Z</dcterms:modified>
</cp:coreProperties>
</file>