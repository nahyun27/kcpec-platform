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15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2453551808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생활예절교육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예절의 의미와 </a:t>
                      </a:r>
                      <a:r>
                        <a:rPr lang="ko-KR" sz="1200" dirty="0" err="1"/>
                        <a:t>존중·배려의</a:t>
                      </a:r>
                      <a:r>
                        <a:rPr lang="ko-KR" sz="1200" dirty="0"/>
                        <a:t> 정신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인사와 </a:t>
                      </a:r>
                      <a:r>
                        <a:rPr lang="ko-KR" sz="1200" dirty="0" err="1"/>
                        <a:t>감사·사과·부탁의</a:t>
                      </a:r>
                      <a:r>
                        <a:rPr lang="ko-KR" sz="1200" dirty="0"/>
                        <a:t> 예절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 err="1"/>
                        <a:t>경청·말투·화법의</a:t>
                      </a:r>
                      <a:r>
                        <a:rPr lang="ko-KR" sz="1200" dirty="0"/>
                        <a:t> 예절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공공장소에서의 질서와 배려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디지털 공간의 예절(</a:t>
                      </a:r>
                      <a:r>
                        <a:rPr lang="ko-KR" sz="1200" dirty="0" err="1"/>
                        <a:t>네티켓</a:t>
                      </a:r>
                      <a:r>
                        <a:rPr lang="ko-KR" sz="1200" dirty="0"/>
                        <a:t>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역지사지와 예절의 습관화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생활예절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A4 용지(210x297mm)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2026-07-03T05:23:33Z</dcterms:modified>
</cp:coreProperties>
</file>