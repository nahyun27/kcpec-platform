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lay" panose="020B0600000101010101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LBBCiBHQOdL5dH5/HpMZrtzC/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A4CA60C-AE1B-4565-83A6-60A876B977B0}">
  <a:tblStyle styleId="{4A4CA60C-AE1B-4565-83A6-60A876B977B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F8A2453-2C4A-4537-922A-DB7612E4EEDE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94" y="-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{4A4CA60C-AE1B-4565-83A6-60A876B977B0}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/>
              <a:t>수료증</a:t>
            </a:r>
            <a:endParaRPr/>
          </a:p>
        </p:txBody>
      </p:sp>
      <p:pic>
        <p:nvPicPr>
          <p:cNvPr id="86" name="Google Shape;86;p1" descr="패턴, 레드, 예술, 그래픽이(가) 표시된 사진  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    </a:t>
            </a:r>
            <a:r>
              <a:rPr lang="ko-KR" sz="1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텍스트, 원, 폰트, 로고이(가) 표시된 사진  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17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00</a:t>
            </a:r>
            <a:r>
              <a:rPr lang="ko-KR" sz="1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>
            <p:extLst>
              <p:ext uri="{D42A27DB-BD31-4B8C-83A1-F6EECF244321}">
                <p14:modId xmlns:p14="http://schemas.microsoft.com/office/powerpoint/2010/main" val="658948792"/>
              </p:ext>
            </p:extLst>
          </p:nvPr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{1F8A2453-2C4A-4537-922A-DB7612E4EEDE}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알코올·중독 습관 교정교육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altLang="en-US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홍길동</a:t>
                      </a:r>
                      <a:r>
                        <a:rPr lang="ko-KR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altLang="ko-KR" sz="1200" b="0" dirty="0"/>
                        <a:t>2026</a:t>
                      </a:r>
                      <a:r>
                        <a:rPr lang="ko-KR" altLang="en-US" sz="1200" b="0" dirty="0"/>
                        <a:t>년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월  </a:t>
                      </a:r>
                      <a:r>
                        <a:rPr lang="en-US" altLang="ko-KR" sz="1200" b="0" dirty="0"/>
                        <a:t>12</a:t>
                      </a:r>
                      <a:r>
                        <a:rPr lang="ko-KR" altLang="en-US" sz="1200" b="0" dirty="0"/>
                        <a:t>일</a:t>
                      </a:r>
                      <a:endParaRPr lang="ko-KR" altLang="en-US" sz="12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중독의 이해(즐김을 넘어선 의존)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중독의 기전(</a:t>
                      </a:r>
                      <a:r>
                        <a:rPr lang="ko-KR" sz="1200" dirty="0" err="1"/>
                        <a:t>보상회로·도파민·내성·금단</a:t>
                      </a:r>
                      <a:r>
                        <a:rPr lang="ko-KR" sz="1200" dirty="0"/>
                        <a:t>)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알코올이 삶에 미치는 영향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방아쇠 피하기와 대체활동 찾기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갈망 대처와 인지 교정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재발 예방과 건강한 일상</a:t>
                      </a:r>
                      <a:endParaRPr sz="1200" dirty="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 dirty="0"/>
                        <a:t>회복을 위한 실천전략</a:t>
                      </a:r>
                      <a:endParaRPr sz="12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Microsoft Office PowerPoint</Application>
  <PresentationFormat>A4 용지(210x297mm)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Play</vt:lpstr>
      <vt:lpstr>Arial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윤승진 변호사</cp:lastModifiedBy>
  <cp:revision>1</cp:revision>
  <dcterms:created xsi:type="dcterms:W3CDTF">2024-03-21T05:26:47Z</dcterms:created>
  <dcterms:modified xsi:type="dcterms:W3CDTF">2026-07-03T05:25:36Z</dcterms:modified>
</cp:coreProperties>
</file>