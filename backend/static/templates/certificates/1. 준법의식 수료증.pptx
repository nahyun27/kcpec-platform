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gzDtSodKfyOV2u/qcb6CwFkxkY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F5C454-E021-48F6-8AA5-8B4E7ACC923C}">
  <a:tblStyle styleId="{62F5C454-E021-48F6-8AA5-8B4E7ACC923C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1E81FE6A-229F-435F-8E43-1A2C4B41F895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{62F5C454-E021-48F6-8AA5-8B4E7ACC923C}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6년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9월  9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235 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{1E81FE6A-229F-435F-8E43-1A2C4B41F895}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6346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준법의식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  2026년  9월  9일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이 연 주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1986</a:t>
                      </a:r>
                      <a:r>
                        <a:rPr lang="ko-KR" sz="1200" u="none" cap="none" strike="noStrike"/>
                        <a:t>년</a:t>
                      </a:r>
                      <a:r>
                        <a:rPr lang="ko-KR" sz="1200"/>
                        <a:t> 12월 22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법치주의에 대한 개념이해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죄형법정주의의 이해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형법에 대한 개념이해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형법의 기능과 역할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형벌의 종류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형벌의 감경사유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준법시민이 되기 위한 실천방안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