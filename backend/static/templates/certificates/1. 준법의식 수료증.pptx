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embeddedFontLst>
    <p:embeddedFont>
      <p:font typeface="Pretendard" panose="02000503000000020004" pitchFamily="2" charset="-127"/>
      <p:regular r:id="rId4"/>
      <p:bold r:id="rId5"/>
    </p:embeddedFont>
    <p:embeddedFont>
      <p:font typeface="Play" pitchFamily="2" charset="0"/>
      <p:regular r:id="rId6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gzDtSodKfyOV2u/qcb6CwFkxkY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592486-B400-4654-88D9-1F8E73A8E242}">
  <a:tblStyle styleId="{ED592486-B400-4654-88D9-1F8E73A8E242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BE2919A4-34E3-4D31-A975-4D2B31830A2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80" d="100"/>
          <a:sy n="80" d="100"/>
        </p:scale>
        <p:origin x="3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5936875" cy="9061075"/>
        </p:xfrm>
        <a:graphic>
          <a:graphicData uri="http://schemas.openxmlformats.org/drawingml/2006/table">
            <a:tbl>
              <a:tblPr firstRow="1" bandRow="1">
                <a:noFill/>
                <a:tableStyleId>{ED592486-B400-4654-88D9-1F8E73A8E242}</a:tableStyleId>
              </a:tblPr>
              <a:tblGrid>
                <a:gridCol w="593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061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ko-KR" sz="3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수료증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6" name="Google Shape;86;p1" descr="패턴, 레드, 예술, 그래픽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lang="ko-KR" sz="2000" b="1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한국범죄예방교육센터</a:t>
            </a:r>
            <a:endParaRPr sz="1400" b="0" i="0" u="none" strike="noStrike" cap="none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lang="ko-KR" sz="16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6년</a:t>
            </a:r>
            <a:r>
              <a:rPr lang="ko-KR" sz="16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  </a:t>
            </a:r>
            <a:r>
              <a:rPr lang="ko-KR" sz="1600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 5월  6</a:t>
            </a:r>
            <a:r>
              <a:rPr lang="ko-KR" sz="16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일</a:t>
            </a:r>
            <a:endParaRPr sz="1400" b="0" i="0" u="none" strike="noStrike" cap="none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89" name="Google Shape;89;p1" descr="텍스트, 원, 폰트, 로고이(가) 표시된 사진&#10;&#10;자동 생성된 설명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lang="ko-KR" sz="14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6</a:t>
            </a:r>
            <a:r>
              <a:rPr lang="ko-KR" sz="14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1</a:t>
            </a:r>
            <a:r>
              <a:rPr lang="ko-KR" sz="14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0- 00</a:t>
            </a:r>
            <a:r>
              <a:rPr lang="ko-KR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125 </a:t>
            </a:r>
            <a:r>
              <a:rPr lang="ko-KR" sz="1400" b="0" i="0" u="none" strike="noStrike" cap="none">
                <a:solidFill>
                  <a:schemeClr val="dk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Play"/>
              </a:rPr>
              <a:t>호   </a:t>
            </a:r>
            <a:endParaRPr sz="1400" b="0" i="0" u="none" strike="noStrike" cap="none">
              <a:solidFill>
                <a:srgbClr val="000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위 사람은 한국범죄예방교육센터에서 실시한</a:t>
            </a:r>
            <a:endParaRPr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상기 교육과정을 성실히 이수하였으므로</a:t>
            </a:r>
            <a:endParaRPr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본 증서를 수여합니다.</a:t>
            </a:r>
            <a:endParaRPr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40"/>
          <a:ext cx="5197275" cy="3659675"/>
        </p:xfrm>
        <a:graphic>
          <a:graphicData uri="http://schemas.openxmlformats.org/drawingml/2006/table">
            <a:tbl>
              <a:tblPr firstRow="1" bandRow="1">
                <a:noFill/>
                <a:tableStyleId>{BE2919A4-34E3-4D31-A975-4D2B31830A2F}</a:tableStyleId>
              </a:tblPr>
              <a:tblGrid>
                <a:gridCol w="10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9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준법의식</a:t>
                      </a: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교육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/>
                        <a:t>  2026년  5월 6일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</a:rPr>
                        <a:t>성명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이 해 인 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 1998</a:t>
                      </a:r>
                      <a:r>
                        <a:rPr lang="ko-KR" sz="1200" u="none" strike="noStrike" cap="none"/>
                        <a:t>년</a:t>
                      </a:r>
                      <a:r>
                        <a:rPr lang="ko-KR" sz="1200"/>
                        <a:t> 12월 29</a:t>
                      </a:r>
                      <a:r>
                        <a:rPr lang="ko-KR" sz="1200" u="none" strike="noStrike" cap="none"/>
                        <a:t>일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 b="0" u="none" strike="noStrike" cap="none"/>
                        <a:t>교육내용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endParaRPr sz="1350" b="0" u="none" strike="noStrike" cap="none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법치주의에 대한 개념이해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죄형법정주의의 이해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형법에 대한 개념이해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형법의 기능과 역할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형벌의 종류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형벌의 감경사유</a:t>
                      </a:r>
                      <a:endParaRPr sz="1200"/>
                    </a:p>
                    <a:p>
                      <a:pPr marL="228600" marR="0" lvl="0" indent="-22860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AutoNum type="arabicPeriod"/>
                      </a:pPr>
                      <a:r>
                        <a:rPr lang="ko-KR" sz="1200"/>
                        <a:t>준법시민이 되기 위한 실천방안</a:t>
                      </a:r>
                      <a:endParaRPr sz="12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74747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Macintosh PowerPoint</Application>
  <PresentationFormat>A4 용지(210x297mm)</PresentationFormat>
  <Paragraphs>25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</vt:lpstr>
      <vt:lpstr>Arial</vt:lpstr>
      <vt:lpstr>Play</vt:lpstr>
      <vt:lpstr>Office 테마</vt:lpstr>
      <vt:lpstr>수료증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2983</dc:creator>
  <cp:lastModifiedBy>김나현</cp:lastModifiedBy>
  <cp:revision>1</cp:revision>
  <dcterms:created xsi:type="dcterms:W3CDTF">2024-03-21T05:26:47Z</dcterms:created>
  <dcterms:modified xsi:type="dcterms:W3CDTF">2026-05-08T04:22:57Z</dcterms:modified>
</cp:coreProperties>
</file>