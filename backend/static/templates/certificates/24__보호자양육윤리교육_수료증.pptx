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24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141177609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보호자 양육윤리교육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올바른 양육의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아동의 권리와 발달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긍정적 훈육의 원칙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아동학대의 이해와 예방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정서적 지지와 소통방법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위기상황 대처와 지원자원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건강한 양육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A4 용지(210x297mm)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2026-07-03T05:45:23Z</dcterms:modified>
</cp:coreProperties>
</file>