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0kZhKUGofhANOxeyqUkYDRpcj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1DD462-D4CA-4898-BC69-6A106236208B}">
  <a:tblStyle styleId="{DB1DD462-D4CA-4898-BC69-6A106236208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7B1224C-3DC0-496A-816D-A1A9D72C48B6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{DB1DD462-D4CA-4898-BC69-6A106236208B}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5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7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067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{67B1224C-3DC0-496A-816D-A1A9D72C48B6}</a:tableStyleId>
              </a:tblPr>
              <a:tblGrid>
                <a:gridCol w="1035450"/>
                <a:gridCol w="1827950"/>
                <a:gridCol w="864825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디지털성범죄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/>
                        <a:t> </a:t>
                      </a: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6년  5</a:t>
                      </a:r>
                      <a:r>
                        <a:rPr b="0" lang="ko-KR" sz="1200" u="none" cap="none" strike="noStrike"/>
                        <a:t>월  </a:t>
                      </a:r>
                      <a:r>
                        <a:rPr b="0" lang="ko-KR" sz="1200"/>
                        <a:t>7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박 한 솔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1990</a:t>
                      </a:r>
                      <a:r>
                        <a:rPr lang="ko-KR" sz="1200" u="none" cap="none" strike="noStrike"/>
                        <a:t>년  </a:t>
                      </a:r>
                      <a:r>
                        <a:rPr lang="ko-KR" sz="1200"/>
                        <a:t>2월  15일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디지털성범죄의 개념과 유형</a:t>
                      </a:r>
                      <a:endParaRPr b="0"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카메라촬영죄, 통신매체이용음란죄, 음란물제작, 유포, 시청죄 등에 관한 이해</a:t>
                      </a:r>
                      <a:endParaRPr b="0"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디지털 성범죄의 특징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디지털 성범죄의 심각성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성범죄의 특성과 발생원인</a:t>
                      </a:r>
                      <a:endParaRPr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재범예방을 위한 자기관리전략</a:t>
                      </a:r>
                      <a:endParaRPr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성공적인 재범예방 사례</a:t>
                      </a:r>
                      <a:endParaRPr b="0"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