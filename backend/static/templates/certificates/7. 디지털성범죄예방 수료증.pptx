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h0kZhKUGofhANOxeyqUkYDRpcj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B1DD462-D4CA-4898-BC69-6A106236208B}">
  <a:tblStyle styleId="{DB1DD462-D4CA-4898-BC69-6A106236208B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67B1224C-3DC0-496A-816D-A1A9D72C48B6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{DB1DD462-D4CA-4898-BC69-6A106236208B}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 5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 7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7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067 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{67B1224C-3DC0-496A-816D-A1A9D72C48B6}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7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디지털성범죄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/>
                        <a:t> </a:t>
                      </a:r>
                      <a:r>
                        <a:rPr lang="ko-KR" sz="1200" b="0" u="none" strike="noStrike" cap="none"/>
                        <a:t>202</a:t>
                      </a:r>
                      <a:r>
                        <a:rPr lang="ko-KR" sz="1200" b="0"/>
                        <a:t>6년  5</a:t>
                      </a:r>
                      <a:r>
                        <a:rPr lang="ko-KR" sz="1200" b="0" u="none" strike="noStrike" cap="none"/>
                        <a:t>월  </a:t>
                      </a:r>
                      <a:r>
                        <a:rPr lang="ko-KR" sz="1200" b="0"/>
                        <a:t>7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 박 한 솔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1990</a:t>
                      </a:r>
                      <a:r>
                        <a:rPr lang="ko-KR" sz="1200" u="none" strike="noStrike" cap="none"/>
                        <a:t>년  </a:t>
                      </a:r>
                      <a:r>
                        <a:rPr lang="ko-KR" sz="1200"/>
                        <a:t>2월  15일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디지털성범죄의 개념과 유형</a:t>
                      </a:r>
                      <a:endParaRPr sz="120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카메라촬영죄, 통신매체이용음란죄, 음란물제작, 유포, 시청죄 등에 관한 이해</a:t>
                      </a:r>
                      <a:endParaRPr sz="120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디지털 성범죄의 특징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디지털 성범죄의 심각성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성범죄의 특성과 발생원인</a:t>
                      </a:r>
                      <a:endParaRPr sz="120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재범예방을 위한 자기관리전략</a:t>
                      </a:r>
                      <a:endParaRPr sz="120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성공적인 재범예방 사례</a:t>
                      </a:r>
                      <a:endParaRPr sz="1350" b="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</Words>
  <Application>Microsoft Macintosh PowerPoint</Application>
  <PresentationFormat>A4 용지(210x297mm)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1</cp:revision>
  <dcterms:created xsi:type="dcterms:W3CDTF">2024-03-21T05:26:47Z</dcterms:created>
  <dcterms:modified xsi:type="dcterms:W3CDTF">2026-05-08T04:24:02Z</dcterms:modified>
</cp:coreProperties>
</file>