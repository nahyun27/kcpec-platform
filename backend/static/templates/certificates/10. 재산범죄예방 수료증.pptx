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9906000" cx="6858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gLBBCiBHQOdL5dH5/HpMZrtzC/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A39AD03-B687-4BD5-A2C4-9CE45EAFEE91}">
  <a:tblStyle styleId="{6A39AD03-B687-4BD5-A2C4-9CE45EAFEE91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99F30AE4-93D3-410C-9936-63C0953C8FFA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chemeClr val="dk1">
              <a:alpha val="20000"/>
            </a:schemeClr>
          </a:solidFill>
        </a:fill>
      </a:tcStyle>
    </a:band1H>
    <a:band2H>
      <a:tcTxStyle b="off" i="off"/>
    </a:band2H>
    <a:band1V>
      <a:tcTxStyle b="off" i="off"/>
      <a:tcStyle>
        <a:fill>
          <a:solidFill>
            <a:schemeClr val="dk1">
              <a:alpha val="20000"/>
            </a:scheme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41550" y="685800"/>
            <a:ext cx="2374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{6A39AD03-B687-4BD5-A2C4-9CE45EAFEE91}</a:tableStyleId>
              </a:tblPr>
              <a:tblGrid>
                <a:gridCol w="5936875"/>
              </a:tblGrid>
              <a:tr h="9061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5" name="Google Shape;85;p1"/>
          <p:cNvSpPr txBox="1"/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b="1" lang="ko-KR" sz="3200"/>
              <a:t>수료증</a:t>
            </a:r>
            <a:endParaRPr/>
          </a:p>
        </p:txBody>
      </p:sp>
      <p:pic>
        <p:nvPicPr>
          <p:cNvPr descr="패턴, 레드, 예술, 그래픽이(가) 표시된 사진&#10;&#10;자동 생성된 설명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b="1" i="0" lang="ko-KR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한국범죄예방교육센터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년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5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월 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 3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원, 폰트, 로고이(가) 표시된 사진&#10;&#10;자동 생성된 설명" id="89" name="Google Shape;89;p1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10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0- 000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12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호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위 사람은 한국범죄예방교육센터에서 실시한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상기 교육과정을 성실히 이수하였으므로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본 증서를 수여합니다.</a:t>
            </a:r>
            <a:endParaRPr/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{99F30AE4-93D3-410C-9936-63C0953C8FFA}</a:tableStyleId>
              </a:tblPr>
              <a:tblGrid>
                <a:gridCol w="1035450"/>
                <a:gridCol w="1563175"/>
                <a:gridCol w="1129600"/>
                <a:gridCol w="1469050"/>
              </a:tblGrid>
              <a:tr h="5625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재산범죄 </a:t>
                      </a: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/>
                        <a:t>2026년  5월  3일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성명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구 원 효 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2005년  6월  1일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7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교육내용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자본주의의 개념과 3대원칙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자본주의에서 재산의 의미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재산범죄의 의미(사기, 횡령, 배임)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형법상 재산범죄의 내용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재산범죄의 양형기준(사기)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횡령과 배임의 개념 및 양형기준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재산범죄 처벌사례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재산범죄 예방을 위한 실천전략</a:t>
                      </a:r>
                      <a:endParaRPr b="0"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2024-03-21T05:26:47Z</dcterms:created>
  <dc:creator>2983</dc:creator>
</cp:coreProperties>
</file>