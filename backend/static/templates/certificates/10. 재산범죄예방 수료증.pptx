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retendard" panose="02000503000000020004" pitchFamily="2" charset="-127"/>
      <p:regular r:id="rId4"/>
      <p:bold r:id="rId5"/>
    </p:embeddedFont>
    <p:embeddedFont>
      <p:font typeface="Play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39AD03-B687-4BD5-A2C4-9CE45EAFEE91}">
  <a:tblStyle styleId="{6A39AD03-B687-4BD5-A2C4-9CE45EAFEE9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9F30AE4-93D3-410C-9936-63C0953C8FFA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3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{6A39AD03-B687-4BD5-A2C4-9CE45EAFEE91}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수료증</a:t>
            </a:r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6" name="Google Shape;86;p1" descr="패턴, 레드, 예술, 그래픽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 5</a:t>
            </a:r>
            <a:r>
              <a:rPr lang="ko-KR" sz="16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  3</a:t>
            </a:r>
            <a:r>
              <a:rPr lang="ko-KR" sz="16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89" name="Google Shape;89;p1" descr="텍스트, 원, 폰트, 로고이(가) 표시된 사진&#10;&#10;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10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12</a:t>
            </a:r>
            <a:r>
              <a:rPr lang="ko-KR" sz="14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위 사람은 한국범죄예방교육센터에서 실시한</a:t>
            </a:r>
            <a:endParaRPr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상기 교육과정을 성실히 이수하였으므로</a:t>
            </a:r>
            <a:endParaRPr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본 증서를 수여합니다.</a:t>
            </a:r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{99F30AE4-93D3-410C-9936-63C0953C8FFA}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재산범죄 </a:t>
                      </a: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예방교육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/>
                        <a:t>2026년  5월  3일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구 원 효 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2005년  6월  1일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자본주의의 개념과 3대원칙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자본주의에서 재산의 의미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재산범죄의 의미(사기, 횡령, 배임)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형법상 재산범죄의 내용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재산범죄의 양형기준(사기)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횡령과 배임의 개념 및 양형기준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재산범죄 처벌사례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재산범죄 예방을 위한 실천전략</a:t>
                      </a:r>
                      <a:endParaRPr sz="1350" b="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Macintosh PowerPoint</Application>
  <PresentationFormat>A4 용지(210x297mm)</PresentationFormat>
  <Paragraphs>26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</vt:lpstr>
      <vt:lpstr>Arial</vt:lpstr>
      <vt:lpstr>Play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김나현</cp:lastModifiedBy>
  <cp:revision>1</cp:revision>
  <dcterms:created xsi:type="dcterms:W3CDTF">2024-03-21T05:26:47Z</dcterms:created>
  <dcterms:modified xsi:type="dcterms:W3CDTF">2026-05-08T04:24:34Z</dcterms:modified>
</cp:coreProperties>
</file>