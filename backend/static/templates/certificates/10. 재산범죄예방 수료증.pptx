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LBBCiBHQOdL5dH5/HpMZrtzC/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28A8A9-4F81-40B2-82A2-9D1328D7322E}">
  <a:tblStyle styleId="{5D28A8A9-4F81-40B2-82A2-9D1328D7322E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801B5D6F-8238-4DE1-A808-09847DE47343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{5D28A8A9-4F81-40B2-82A2-9D1328D7322E}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8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15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25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{801B5D6F-8238-4DE1-A808-09847DE47343}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재산범죄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2026년  8월  15일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서 미 희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1998년  4월  28일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자본주의의 개념과 3대원칙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자본주의에서 재산의 의미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재산범죄의 의미(사기, 횡령, 배임)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형법상 재산범죄의 내용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재산범죄의 양형기준(사기)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횡령과 배임의 개념 및 양형기준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재산범죄 예방을 위한 실천전략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