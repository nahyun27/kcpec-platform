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jCIC1ELQDmJDuo5ygdYNDAhmZZ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837555-49C7-4A2E-AE80-52211BEF489B}">
  <a:tblStyle styleId="{9D837555-49C7-4A2E-AE80-52211BEF489B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2BF01E28-E7CD-4215-AEF2-FDFE8EB1D179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{9D837555-49C7-4A2E-AE80-52211BEF489B}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년 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5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월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7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4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02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{2BF01E28-E7CD-4215-AEF2-FDFE8EB1D179}</a:tableStyleId>
              </a:tblPr>
              <a:tblGrid>
                <a:gridCol w="1035450"/>
                <a:gridCol w="1563175"/>
                <a:gridCol w="1129600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학교폭력</a:t>
                      </a:r>
                      <a:r>
                        <a:rPr b="0" lang="ko-KR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202</a:t>
                      </a:r>
                      <a:r>
                        <a:rPr b="0" lang="ko-KR" sz="1200"/>
                        <a:t>6</a:t>
                      </a:r>
                      <a:r>
                        <a:rPr b="0" lang="ko-KR" sz="1200" u="none" cap="none" strike="noStrike"/>
                        <a:t>년 </a:t>
                      </a:r>
                      <a:r>
                        <a:rPr b="0" lang="ko-KR" sz="1200"/>
                        <a:t>5</a:t>
                      </a:r>
                      <a:r>
                        <a:rPr b="0" lang="ko-KR" sz="1200" u="none" cap="none" strike="noStrike"/>
                        <a:t>월 </a:t>
                      </a:r>
                      <a:r>
                        <a:rPr b="0" lang="ko-KR" sz="1200"/>
                        <a:t> 7</a:t>
                      </a:r>
                      <a:r>
                        <a:rPr b="0"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이 유 찬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 2011년 11월 30일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학교폭력의 기본개념 및 의의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학교폭력의 유형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학교폭력의 최근 동향과 실태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 가행 행동에 대한 분석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 가해자에 대한 조치 내용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 피해자에 대한 조치 내용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 가해자에 대한 처벌 사례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 예방을 위한 실천과제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