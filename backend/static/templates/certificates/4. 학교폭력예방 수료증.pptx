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jCIC1ELQDmJDuo5ygdYNDAhmZZ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837555-49C7-4A2E-AE80-52211BEF489B}">
  <a:tblStyle styleId="{9D837555-49C7-4A2E-AE80-52211BEF489B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BF01E28-E7CD-4215-AEF2-FDFE8EB1D179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{9D837555-49C7-4A2E-AE80-52211BEF489B}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 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5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7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4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02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{2BF01E28-E7CD-4215-AEF2-FDFE8EB1D179}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학교폭력</a:t>
                      </a:r>
                      <a:r>
                        <a:rPr lang="ko-KR" sz="1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202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년 </a:t>
                      </a:r>
                      <a:r>
                        <a:rPr lang="ko-KR" sz="1200" b="0"/>
                        <a:t>5</a:t>
                      </a:r>
                      <a:r>
                        <a:rPr lang="ko-KR" sz="1200" b="0" u="none" strike="noStrike" cap="none"/>
                        <a:t>월 </a:t>
                      </a:r>
                      <a:r>
                        <a:rPr lang="ko-KR" sz="1200" b="0"/>
                        <a:t> 7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유 찬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2011년 11월 30일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학교폭력의 기본개념 및 의의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학교폭력의 유형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학교폭력의 최근 동향과 실태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가행 행동에 대한 분석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가해자에 대한 조치 내용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피해자에 대한 조치 내용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가해자에 대한 처벌 사례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학교폭력 예방을 위한 실천과제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</Words>
  <Application>Microsoft Macintosh PowerPoint</Application>
  <PresentationFormat>A4 용지(210x297mm)</PresentationFormat>
  <Paragraphs>26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2</cp:revision>
  <dcterms:created xsi:type="dcterms:W3CDTF">2024-03-21T05:26:47Z</dcterms:created>
  <dcterms:modified xsi:type="dcterms:W3CDTF">2026-05-08T04:23:37Z</dcterms:modified>
</cp:coreProperties>
</file>