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ja0ZgZpyvIrYBIqLgixEswif+5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A28297F-DCDB-4C0D-BBA4-A6FE65AD7647}">
  <a:tblStyle styleId="{7A28297F-DCDB-4C0D-BBA4-A6FE65AD7647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237AC679-0A41-4AD5-9BE9-B910355D5567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{7A28297F-DCDB-4C0D-BBA4-A6FE65AD7647}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19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9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02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{237AC679-0A41-4AD5-9BE9-B910355D5567}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피싱범죄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202</a:t>
                      </a:r>
                      <a:r>
                        <a:rPr b="0" lang="ko-KR" sz="1200"/>
                        <a:t>6</a:t>
                      </a:r>
                      <a:r>
                        <a:rPr b="0" lang="ko-KR" sz="1200" u="none" cap="none" strike="noStrike"/>
                        <a:t>년  </a:t>
                      </a:r>
                      <a:r>
                        <a:rPr b="0" lang="ko-KR" sz="1200"/>
                        <a:t>3</a:t>
                      </a:r>
                      <a:r>
                        <a:rPr b="0" lang="ko-KR" sz="1200" u="none" cap="none" strike="noStrike"/>
                        <a:t>월</a:t>
                      </a:r>
                      <a:r>
                        <a:rPr b="0" lang="ko-KR" sz="1200"/>
                        <a:t>  19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이  겨  레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1993</a:t>
                      </a:r>
                      <a:r>
                        <a:rPr lang="ko-KR" sz="1200" u="none" cap="none" strike="noStrike"/>
                        <a:t>년 </a:t>
                      </a:r>
                      <a:r>
                        <a:rPr lang="ko-KR" sz="1200"/>
                        <a:t>3</a:t>
                      </a:r>
                      <a:r>
                        <a:rPr lang="ko-KR" sz="1200" u="none" cap="none" strike="noStrike"/>
                        <a:t>월</a:t>
                      </a:r>
                      <a:r>
                        <a:rPr lang="ko-KR" sz="1200"/>
                        <a:t>  31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피싱범죄의 개념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피싱범죄의 종류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피싱범죄의 현황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피싱범죄단체의 구조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피싱범죄 처벌법규 및 양형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통신사기피해환급법의 내용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피싱범죄에 연루되지 않기 위한 행동전략</a:t>
                      </a:r>
                      <a:endParaRPr b="0"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