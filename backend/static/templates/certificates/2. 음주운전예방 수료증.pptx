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9906000" cx="6858000"/>
  <p:notesSz cx="6858000" cy="9144000"/>
  <p:embeddedFontLst>
    <p:embeddedFont>
      <p:font typeface="Play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i3KxCqdTbcKDkorGGlgYzI/7bI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BEB7CD7-ACE4-41FA-8796-D92610E0DF00}">
  <a:tblStyle styleId="{3BEB7CD7-ACE4-41FA-8796-D92610E0DF00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0E6C63C9-0162-4FF2-A422-A526CF7EA0E2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dk1">
              <a:alpha val="20000"/>
            </a:schemeClr>
          </a:solidFill>
        </a:fill>
      </a:tcStyle>
    </a:band1H>
    <a:band2H>
      <a:tcTxStyle b="off" i="off"/>
    </a:band2H>
    <a:band1V>
      <a:tcTxStyle b="off" i="off"/>
      <a:tcStyle>
        <a:fill>
          <a:solidFill>
            <a:schemeClr val="dk1">
              <a:alpha val="20000"/>
            </a:scheme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lay-regular.fntdata"/><Relationship Id="rId8" Type="http://schemas.openxmlformats.org/officeDocument/2006/relationships/font" Target="fonts/Pl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2241550" y="685800"/>
            <a:ext cx="2374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460562" y="4224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{3BEB7CD7-ACE4-41FA-8796-D92610E0DF00}</a:tableStyleId>
              </a:tblPr>
              <a:tblGrid>
                <a:gridCol w="5936875"/>
              </a:tblGrid>
              <a:tr h="9061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5" name="Google Shape;85;p1"/>
          <p:cNvSpPr txBox="1"/>
          <p:nvPr>
            <p:ph type="ctrTitle"/>
          </p:nvPr>
        </p:nvSpPr>
        <p:spPr>
          <a:xfrm>
            <a:off x="514349" y="1216338"/>
            <a:ext cx="5829300" cy="9068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b="1" lang="ko-KR" sz="3200"/>
              <a:t>수료증</a:t>
            </a:r>
            <a:endParaRPr/>
          </a:p>
        </p:txBody>
      </p:sp>
      <p:pic>
        <p:nvPicPr>
          <p:cNvPr descr="패턴, 레드, 예술, 그래픽이(가) 표시된 사진&#10;&#10;자동 생성된 설명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1331" y="8009965"/>
            <a:ext cx="1004046" cy="100404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467410" y="8269941"/>
            <a:ext cx="2980206" cy="4840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b="1" i="0" lang="ko-KR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한국범죄예방교육센터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709456" y="7192681"/>
            <a:ext cx="3439085" cy="4840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발급일자 : 202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b="0" i="0" lang="ko-KR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년   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5</a:t>
            </a:r>
            <a:r>
              <a:rPr b="0" i="0" lang="ko-KR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월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  6</a:t>
            </a:r>
            <a:r>
              <a:rPr b="0" i="0" lang="ko-KR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텍스트, 원, 폰트, 로고이(가) 표시된 사진&#10;&#10;자동 생성된 설명" id="89" name="Google Shape;89;p1"/>
          <p:cNvPicPr preferRelativeResize="0"/>
          <p:nvPr/>
        </p:nvPicPr>
        <p:blipFill rotWithShape="1">
          <a:blip r:embed="rId4">
            <a:alphaModFix amt="50000"/>
          </a:blip>
          <a:srcRect b="0" l="0" r="0" t="0"/>
          <a:stretch/>
        </p:blipFill>
        <p:spPr>
          <a:xfrm>
            <a:off x="1284194" y="2808194"/>
            <a:ext cx="4289612" cy="428961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12694" y="565075"/>
            <a:ext cx="5325035" cy="3587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증 202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-kcpec-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2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0- 00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045 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호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813545" y="6104963"/>
            <a:ext cx="5197289" cy="1116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위 사람은 한국범죄예방교육센터에서 실시한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상기 교육과정을 성실히 이수하였으므로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본 증서를 수여합니다.</a:t>
            </a:r>
            <a:endParaRPr/>
          </a:p>
        </p:txBody>
      </p:sp>
      <p:graphicFrame>
        <p:nvGraphicFramePr>
          <p:cNvPr id="92" name="Google Shape;92;p1"/>
          <p:cNvGraphicFramePr/>
          <p:nvPr/>
        </p:nvGraphicFramePr>
        <p:xfrm>
          <a:off x="813546" y="22456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{0E6C63C9-0162-4FF2-A422-A526CF7EA0E2}</a:tableStyleId>
              </a:tblPr>
              <a:tblGrid>
                <a:gridCol w="1035450"/>
                <a:gridCol w="1563175"/>
                <a:gridCol w="1129600"/>
                <a:gridCol w="1469050"/>
              </a:tblGrid>
              <a:tr h="562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</a:rPr>
                        <a:t>이수과정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음주운전</a:t>
                      </a:r>
                      <a:r>
                        <a:rPr b="0"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예방교육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</a:rPr>
                        <a:t>이수일자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/>
                        <a:t> 2026</a:t>
                      </a:r>
                      <a:r>
                        <a:rPr b="0" lang="ko-KR" sz="1200" u="none" cap="none" strike="noStrike"/>
                        <a:t>년  </a:t>
                      </a:r>
                      <a:r>
                        <a:rPr b="0" lang="ko-KR" sz="1200"/>
                        <a:t>5</a:t>
                      </a:r>
                      <a:r>
                        <a:rPr b="0" lang="ko-KR" sz="1200" u="none" cap="none" strike="noStrike"/>
                        <a:t>월  </a:t>
                      </a:r>
                      <a:r>
                        <a:rPr b="0" lang="ko-KR" sz="1200"/>
                        <a:t>6</a:t>
                      </a:r>
                      <a:r>
                        <a:rPr b="0" lang="ko-KR" sz="1200" u="none" cap="none" strike="noStrike"/>
                        <a:t>일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0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</a:rPr>
                        <a:t>성명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오 건 희 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생년월일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/>
                        <a:t> 1986</a:t>
                      </a:r>
                      <a:r>
                        <a:rPr lang="ko-KR" sz="1200" u="none" cap="none" strike="noStrike"/>
                        <a:t>년</a:t>
                      </a:r>
                      <a:r>
                        <a:rPr lang="ko-KR" sz="1200"/>
                        <a:t>  8</a:t>
                      </a:r>
                      <a:r>
                        <a:rPr lang="ko-KR" sz="1200" u="none" cap="none" strike="noStrike"/>
                        <a:t>월 </a:t>
                      </a:r>
                      <a:r>
                        <a:rPr lang="ko-KR" sz="1200"/>
                        <a:t> 4</a:t>
                      </a:r>
                      <a:r>
                        <a:rPr lang="ko-KR" sz="1200" u="none" cap="none" strike="noStrike"/>
                        <a:t>일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b="0" sz="135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/>
                        <a:t>교육내용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b="0" sz="1350" u="none" cap="none" strike="noStrike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음주운전의 개념</a:t>
                      </a:r>
                      <a:endParaRPr sz="1200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음주운전의 위험성</a:t>
                      </a:r>
                      <a:endParaRPr sz="1200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음주운전의 법적책임</a:t>
                      </a:r>
                      <a:endParaRPr sz="1200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음주와 운전능력의 상관관계</a:t>
                      </a:r>
                      <a:endParaRPr sz="1200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음주로 인한 사회적, 경제적 손실</a:t>
                      </a:r>
                      <a:endParaRPr sz="1200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음주운전을 하게 되는 4가지 유형</a:t>
                      </a:r>
                      <a:endParaRPr sz="1200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음주운전 예방전략</a:t>
                      </a:r>
                      <a:endParaRPr sz="1200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음주 습관관리 실천방안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2024-03-21T05:26:47Z</dcterms:created>
  <dc:creator>2983</dc:creator>
</cp:coreProperties>
</file>