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9906000" cx="6858000"/>
  <p:notesSz cx="6858000" cy="9144000"/>
  <p:embeddedFontLst>
    <p:embeddedFont>
      <p:font typeface="Play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i3KxCqdTbcKDkorGGlgYzI/7bI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9018E1F-E558-4042-9847-09A29578A0CD}">
  <a:tblStyle styleId="{09018E1F-E558-4042-9847-09A29578A0CD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C610E462-6D50-4A9D-94E0-A701ABDF4D3E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chemeClr val="dk1">
              <a:alpha val="20000"/>
            </a:schemeClr>
          </a:solidFill>
        </a:fill>
      </a:tcStyle>
    </a:band1H>
    <a:band2H>
      <a:tcTxStyle b="off" i="off"/>
    </a:band2H>
    <a:band1V>
      <a:tcTxStyle b="off" i="off"/>
      <a:tcStyle>
        <a:fill>
          <a:solidFill>
            <a:schemeClr val="dk1">
              <a:alpha val="20000"/>
            </a:scheme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Play-regular.fntdata"/><Relationship Id="rId8" Type="http://schemas.openxmlformats.org/officeDocument/2006/relationships/font" Target="fonts/Pl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41550" y="685800"/>
            <a:ext cx="2374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{09018E1F-E558-4042-9847-09A29578A0CD}</a:tableStyleId>
              </a:tblPr>
              <a:tblGrid>
                <a:gridCol w="5936875"/>
              </a:tblGrid>
              <a:tr h="9061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85" name="Google Shape;85;p1"/>
          <p:cNvSpPr txBox="1"/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b="1" lang="ko-KR" sz="3200"/>
              <a:t>수료증</a:t>
            </a:r>
            <a:endParaRPr/>
          </a:p>
        </p:txBody>
      </p:sp>
      <p:pic>
        <p:nvPicPr>
          <p:cNvPr descr="패턴, 레드, 예술, 그래픽이(가) 표시된 사진&#10;&#10;자동 생성된 설명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b="1" i="0" lang="ko-KR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한국범죄예방교육센터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년  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9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월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  9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원, 폰트, 로고이(가) 표시된 사진&#10;&#10;자동 생성된 설명" id="89" name="Google Shape;89;p1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2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0- 00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081 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호 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위 사람은 한국범죄예방교육센터에서 실시한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상기 교육과정을 성실히 이수하였으므로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본 증서를 수여합니다.</a:t>
            </a:r>
            <a:endParaRPr/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{C610E462-6D50-4A9D-94E0-A701ABDF4D3E}</a:tableStyleId>
              </a:tblPr>
              <a:tblGrid>
                <a:gridCol w="1035450"/>
                <a:gridCol w="1563175"/>
                <a:gridCol w="1129600"/>
                <a:gridCol w="1469050"/>
              </a:tblGrid>
              <a:tr h="5625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음주운전</a:t>
                      </a:r>
                      <a:r>
                        <a:rPr b="0" lang="ko-KR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/>
                        <a:t> 2026</a:t>
                      </a:r>
                      <a:r>
                        <a:rPr b="0" lang="ko-KR" sz="1200" u="none" cap="none" strike="noStrike"/>
                        <a:t>년  </a:t>
                      </a:r>
                      <a:r>
                        <a:rPr b="0" lang="ko-KR" sz="1200"/>
                        <a:t>9</a:t>
                      </a:r>
                      <a:r>
                        <a:rPr b="0" lang="ko-KR" sz="1200" u="none" cap="none" strike="noStrike"/>
                        <a:t>월  </a:t>
                      </a:r>
                      <a:r>
                        <a:rPr b="0" lang="ko-KR" sz="1200"/>
                        <a:t>9</a:t>
                      </a:r>
                      <a:r>
                        <a:rPr b="0"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성명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           유 기 연 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1980</a:t>
                      </a:r>
                      <a:r>
                        <a:rPr lang="ko-KR" sz="1200" u="none" cap="none" strike="noStrike"/>
                        <a:t>년</a:t>
                      </a:r>
                      <a:r>
                        <a:rPr lang="ko-KR" sz="1200"/>
                        <a:t>  3</a:t>
                      </a:r>
                      <a:r>
                        <a:rPr lang="ko-KR" sz="1200" u="none" cap="none" strike="noStrike"/>
                        <a:t>월 </a:t>
                      </a:r>
                      <a:r>
                        <a:rPr lang="ko-KR" sz="1200"/>
                        <a:t> 23</a:t>
                      </a:r>
                      <a:r>
                        <a:rPr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7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교육내용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음주운전의 개념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음주운전의 위험성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음주운전의 법적책임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음주와 운전능력의 상관관계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음주로 인한 사회적, 경제적 손실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음주운전을 하게 되는 4가지 유형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음주운전 예방전략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 습관관리 실천방안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2024-03-21T05:26:47Z</dcterms:created>
  <dc:creator>2983</dc:creator>
</cp:coreProperties>
</file>