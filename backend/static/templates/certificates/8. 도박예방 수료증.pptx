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iinrLyrwHNW0lvJaI9LZmBWhuz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3711A0-DC53-4449-8C1F-37823A9A3693}">
  <a:tblStyle styleId="{EE3711A0-DC53-4449-8C1F-37823A9A3693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C8FCF88F-AA39-4F5A-BD59-89112DDB11C9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{EE3711A0-DC53-4449-8C1F-37823A9A3693}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5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8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11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{C8FCF88F-AA39-4F5A-BD59-89112DDB11C9}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도박(개장)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202</a:t>
                      </a:r>
                      <a:r>
                        <a:rPr b="0" lang="ko-KR" sz="1200"/>
                        <a:t>6</a:t>
                      </a:r>
                      <a:r>
                        <a:rPr b="0" lang="ko-KR" sz="1200" u="none" cap="none" strike="noStrike"/>
                        <a:t>년  </a:t>
                      </a:r>
                      <a:r>
                        <a:rPr b="0" lang="ko-KR" sz="1200"/>
                        <a:t>5</a:t>
                      </a:r>
                      <a:r>
                        <a:rPr b="0" lang="ko-KR" sz="1200" u="none" cap="none" strike="noStrike"/>
                        <a:t>월  </a:t>
                      </a:r>
                      <a:r>
                        <a:rPr b="0" lang="ko-KR" sz="1200"/>
                        <a:t>6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조 효 상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1969</a:t>
                      </a:r>
                      <a:r>
                        <a:rPr lang="ko-KR" sz="1200" u="none" cap="none" strike="noStrike"/>
                        <a:t>년 </a:t>
                      </a:r>
                      <a:r>
                        <a:rPr lang="ko-KR" sz="1200"/>
                        <a:t>12</a:t>
                      </a:r>
                      <a:r>
                        <a:rPr lang="ko-KR" sz="1200" u="none" cap="none" strike="noStrike"/>
                        <a:t>월 </a:t>
                      </a:r>
                      <a:r>
                        <a:rPr lang="ko-KR" sz="1200"/>
                        <a:t>4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도박중독의 특징과 진행과정</a:t>
                      </a:r>
                      <a:endParaRPr b="0" sz="120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도박중독의 단계 및 증상</a:t>
                      </a:r>
                      <a:endParaRPr b="0" sz="120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도박중독의 원인</a:t>
                      </a:r>
                      <a:endParaRPr b="0" sz="120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 및 도박개장의 위험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도박 및 도박개장의 처벌사례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단도박 성공전략</a:t>
                      </a:r>
                      <a:endParaRPr b="0"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