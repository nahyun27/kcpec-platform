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iinrLyrwHNW0lvJaI9LZmBWhuz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791033-C5CB-44F1-8EF4-1F077AA9F6FD}">
  <a:tblStyle styleId="{9B791033-C5CB-44F1-8EF4-1F077AA9F6FD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58C9DF76-76DC-42FF-9AD8-8FCA7C189FB8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241550" y="685800"/>
            <a:ext cx="237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{9B791033-C5CB-44F1-8EF4-1F077AA9F6FD}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b="1" lang="ko-KR" sz="3200"/>
              <a:t>수료증</a:t>
            </a:r>
            <a:endParaRPr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8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20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8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18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{58C9DF76-76DC-42FF-9AD8-8FCA7C189FB8}</a:tableStyleId>
              </a:tblPr>
              <a:tblGrid>
                <a:gridCol w="1035450"/>
                <a:gridCol w="1563175"/>
                <a:gridCol w="1129600"/>
                <a:gridCol w="1469050"/>
              </a:tblGrid>
              <a:tr h="56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도박(개장)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예방교육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/>
                        <a:t>202</a:t>
                      </a:r>
                      <a:r>
                        <a:rPr b="0" lang="ko-KR" sz="1200"/>
                        <a:t>6</a:t>
                      </a:r>
                      <a:r>
                        <a:rPr b="0" lang="ko-KR" sz="1200" u="none" cap="none" strike="noStrike"/>
                        <a:t>년  </a:t>
                      </a:r>
                      <a:r>
                        <a:rPr b="0" lang="ko-KR" sz="1200"/>
                        <a:t>8</a:t>
                      </a:r>
                      <a:r>
                        <a:rPr b="0" lang="ko-KR" sz="1200" u="none" cap="none" strike="noStrike"/>
                        <a:t>월  </a:t>
                      </a:r>
                      <a:r>
                        <a:rPr b="0" lang="ko-KR" sz="1200"/>
                        <a:t>20</a:t>
                      </a:r>
                      <a:r>
                        <a:rPr b="0" lang="ko-KR" sz="1200" u="none" cap="none" strike="noStrike"/>
                        <a:t>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성명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김 태 현 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  1999</a:t>
                      </a:r>
                      <a:r>
                        <a:rPr lang="ko-KR" sz="1200" u="none" cap="none" strike="noStrike"/>
                        <a:t>년 </a:t>
                      </a:r>
                      <a:r>
                        <a:rPr lang="ko-KR" sz="1200"/>
                        <a:t>9</a:t>
                      </a:r>
                      <a:r>
                        <a:rPr lang="ko-KR" sz="1200" u="none" cap="none" strike="noStrike"/>
                        <a:t>월  </a:t>
                      </a:r>
                      <a:r>
                        <a:rPr lang="ko-KR" sz="1200"/>
                        <a:t>20</a:t>
                      </a:r>
                      <a:r>
                        <a:rPr lang="ko-KR" sz="1200" u="none" cap="none" strike="noStrike"/>
                        <a:t>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/>
                        <a:t>교육내용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도박중독의 특징과 진행과정</a:t>
                      </a:r>
                      <a:endParaRPr b="0" sz="120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도박중독의 단계 및 증상</a:t>
                      </a:r>
                      <a:endParaRPr b="0" sz="120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도박중독의 원인</a:t>
                      </a:r>
                      <a:endParaRPr b="0" sz="120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도박 및 도박개장의 위험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도박 및 도박개장의 처벌사례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단도박 성공전략</a:t>
                      </a:r>
                      <a:endParaRPr b="0"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