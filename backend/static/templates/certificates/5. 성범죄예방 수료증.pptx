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9906000" cx="6858000"/>
  <p:notesSz cx="6858000" cy="9144000"/>
  <p:embeddedFontLst>
    <p:embeddedFont>
      <p:font typeface="Play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hptjwPUGgU15BTvI1a1+hVtNFCv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7DE4EEE-3E54-446D-939E-9BB62790D05D}">
  <a:tblStyle styleId="{B7DE4EEE-3E54-446D-939E-9BB62790D05D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12E1502E-35B1-4816-AEE2-2EE4C804E5B0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chemeClr val="dk1">
              <a:alpha val="20000"/>
            </a:schemeClr>
          </a:solidFill>
        </a:fill>
      </a:tcStyle>
    </a:band1H>
    <a:band2H>
      <a:tcTxStyle b="off" i="off"/>
    </a:band2H>
    <a:band1V>
      <a:tcTxStyle b="off" i="off"/>
      <a:tcStyle>
        <a:fill>
          <a:solidFill>
            <a:schemeClr val="dk1">
              <a:alpha val="20000"/>
            </a:scheme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Play-regular.fntdata"/><Relationship Id="rId8" Type="http://schemas.openxmlformats.org/officeDocument/2006/relationships/font" Target="fonts/Pl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41550" y="685800"/>
            <a:ext cx="2374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{B7DE4EEE-3E54-446D-939E-9BB62790D05D}</a:tableStyleId>
              </a:tblPr>
              <a:tblGrid>
                <a:gridCol w="5936875"/>
              </a:tblGrid>
              <a:tr h="9061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85" name="Google Shape;85;p1"/>
          <p:cNvSpPr txBox="1"/>
          <p:nvPr>
            <p:ph type="ctrTitle"/>
          </p:nvPr>
        </p:nvSpPr>
        <p:spPr>
          <a:xfrm>
            <a:off x="514349" y="1216338"/>
            <a:ext cx="5829300" cy="906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b="1" lang="ko-KR" sz="3200"/>
              <a:t>수료증</a:t>
            </a:r>
            <a:endParaRPr/>
          </a:p>
        </p:txBody>
      </p:sp>
      <p:pic>
        <p:nvPicPr>
          <p:cNvPr descr="패턴, 레드, 예술, 그래픽이(가) 표시된 사진&#10;&#10;자동 생성된 설명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b="1" i="0" lang="ko-KR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한국범죄예방교육센터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년  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5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월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  6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원, 폰트, 로고이(가) 표시된 사진&#10;&#10;자동 생성된 설명" id="89" name="Google Shape;89;p1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25815" y="565075"/>
            <a:ext cx="5325000" cy="35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5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0- 00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062 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호 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789682" y="6076563"/>
            <a:ext cx="5197200" cy="11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위 사람은 한국범죄예방교육센터에서 실시한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상기 교육과정을 성실히 이수하였으므로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본 증서를 수여합니다.</a:t>
            </a:r>
            <a:endParaRPr/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{12E1502E-35B1-4816-AEE2-2EE4C804E5B0}</a:tableStyleId>
              </a:tblPr>
              <a:tblGrid>
                <a:gridCol w="1035450"/>
                <a:gridCol w="1563175"/>
                <a:gridCol w="1129600"/>
                <a:gridCol w="1469050"/>
              </a:tblGrid>
              <a:tr h="5625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성</a:t>
                      </a:r>
                      <a:r>
                        <a:rPr b="0"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범죄</a:t>
                      </a:r>
                      <a:r>
                        <a:rPr b="0" lang="ko-KR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/>
                        <a:t>  2026</a:t>
                      </a:r>
                      <a:r>
                        <a:rPr b="0" lang="ko-KR" sz="1200" u="none" cap="none" strike="noStrike"/>
                        <a:t>년 </a:t>
                      </a:r>
                      <a:r>
                        <a:rPr b="0" lang="ko-KR" sz="1200"/>
                        <a:t>5월 6</a:t>
                      </a:r>
                      <a:r>
                        <a:rPr b="0"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성명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            김 원 호 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 1991년  6월 11</a:t>
                      </a:r>
                      <a:r>
                        <a:rPr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7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교육내용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 u="none" cap="none" strike="noStrike"/>
                        <a:t>성</a:t>
                      </a:r>
                      <a:r>
                        <a:rPr lang="ko-KR" sz="1200"/>
                        <a:t>범죄의 정의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성범죄의 유형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성범죄 처벌사례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성범죄 처벌시 부과되는 보안처분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성범죄의 특성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성범죄의 재범요인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성범죄 예방을 위한 전략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성범죄 예방을 위한 실천방안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2024-03-21T05:26:47Z</dcterms:created>
  <dc:creator>2983</dc:creator>
</cp:coreProperties>
</file>