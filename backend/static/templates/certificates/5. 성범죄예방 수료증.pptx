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retendard" panose="02000503000000020004" pitchFamily="2" charset="-127"/>
      <p:regular r:id="rId4"/>
      <p:bold r:id="rId5"/>
    </p:embeddedFont>
    <p:embeddedFont>
      <p:font typeface="Play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hptjwPUGgU15BTvI1a1+hVtNFC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DE4EEE-3E54-446D-939E-9BB62790D05D}">
  <a:tblStyle styleId="{B7DE4EEE-3E54-446D-939E-9BB62790D05D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2E1502E-35B1-4816-AEE2-2EE4C804E5B0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3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{B7DE4EEE-3E54-446D-939E-9BB62790D05D}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수료증</a:t>
            </a: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6" name="Google Shape;86;p1" descr="패턴, 레드, 예술, 그래픽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년   </a:t>
            </a:r>
            <a:r>
              <a:rPr lang="ko-KR" sz="160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5</a:t>
            </a:r>
            <a:r>
              <a:rPr lang="ko-KR" sz="16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월</a:t>
            </a:r>
            <a:r>
              <a:rPr lang="ko-KR" sz="160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   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89" name="Google Shape;89;p1" descr="텍스트, 원, 폰트, 로고이(가) 표시된 사진&#10;&#10;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25815" y="565075"/>
            <a:ext cx="5325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5</a:t>
            </a:r>
            <a:r>
              <a:rPr lang="ko-KR" sz="14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0- 00</a:t>
            </a:r>
            <a:r>
              <a:rPr lang="ko-KR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062 </a:t>
            </a:r>
            <a:r>
              <a:rPr lang="ko-KR" sz="14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호   </a:t>
            </a:r>
            <a:endParaRPr sz="1400" b="0" i="0" u="none" strike="noStrike" cap="none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789682" y="6076563"/>
            <a:ext cx="51972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위 사람은 한국범죄예방교육센터에서 실시한</a:t>
            </a:r>
            <a:endParaRPr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상기 교육과정을 성실히 이수하였으므로</a:t>
            </a:r>
            <a:endParaRPr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본 증서를 수여합니다.</a:t>
            </a: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{12E1502E-35B1-4816-AEE2-2EE4C804E5B0}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성</a:t>
                      </a:r>
                      <a:r>
                        <a:rPr lang="ko-KR" sz="12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범죄</a:t>
                      </a:r>
                      <a:r>
                        <a:rPr lang="ko-KR" sz="1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예방교육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/>
                        <a:t>  2026</a:t>
                      </a:r>
                      <a:r>
                        <a:rPr lang="ko-KR" sz="1200" b="0" u="none" strike="noStrike" cap="none"/>
                        <a:t>년 </a:t>
                      </a:r>
                      <a:r>
                        <a:rPr lang="ko-KR" sz="1200" b="0"/>
                        <a:t>5월 6</a:t>
                      </a:r>
                      <a:r>
                        <a:rPr lang="ko-KR" sz="1200" b="0" u="none" strike="noStrike" cap="none"/>
                        <a:t>일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김 원 호 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  1991년  6월 11</a:t>
                      </a:r>
                      <a:r>
                        <a:rPr lang="ko-KR" sz="1200" u="none" strike="noStrike" cap="none"/>
                        <a:t>일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u="none" strike="noStrike" cap="none"/>
                        <a:t>성</a:t>
                      </a:r>
                      <a:r>
                        <a:rPr lang="ko-KR" sz="1200"/>
                        <a:t>범죄의 정의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성범죄의 유형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성범죄 처벌사례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성범죄 처벌시 부과되는 보안처분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성범죄의 특성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성범죄의 재범요인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성범죄 예방을 위한 전략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성범죄 예방을 위한 실천방안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Macintosh PowerPoint</Application>
  <PresentationFormat>A4 용지(210x297mm)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</vt:lpstr>
      <vt:lpstr>Arial</vt:lpstr>
      <vt:lpstr>Play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김나현</cp:lastModifiedBy>
  <cp:revision>1</cp:revision>
  <dcterms:created xsi:type="dcterms:W3CDTF">2024-03-21T05:26:47Z</dcterms:created>
  <dcterms:modified xsi:type="dcterms:W3CDTF">2026-05-08T04:23:45Z</dcterms:modified>
</cp:coreProperties>
</file>