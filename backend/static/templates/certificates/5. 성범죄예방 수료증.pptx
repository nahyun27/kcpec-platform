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hptjwPUGgU15BTvI1a1+hVtNFC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5E921D2-D8E2-4074-97DF-A5AAFE6D0BF9}">
  <a:tblStyle styleId="{95E921D2-D8E2-4074-97DF-A5AAFE6D0BF9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3B6ACE08-B68A-453F-AD20-A4E4E41AEC69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{95E921D2-D8E2-4074-97DF-A5AAFE6D0BF9}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9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 3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25815" y="565075"/>
            <a:ext cx="5325000" cy="358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121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789682" y="6076563"/>
            <a:ext cx="5197200" cy="11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{3B6ACE08-B68A-453F-AD20-A4E4E41AEC69}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성</a:t>
                      </a: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범죄</a:t>
                      </a:r>
                      <a:r>
                        <a:rPr b="0" lang="ko-KR" sz="12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 2026</a:t>
                      </a:r>
                      <a:r>
                        <a:rPr b="0" lang="ko-KR" sz="1200" u="none" cap="none" strike="noStrike"/>
                        <a:t>년 </a:t>
                      </a:r>
                      <a:r>
                        <a:rPr b="0" lang="ko-KR" sz="1200"/>
                        <a:t>9월 3</a:t>
                      </a:r>
                      <a:r>
                        <a:rPr b="0"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           최 명 환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 1997년  5월  29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 u="none" cap="none" strike="noStrike"/>
                        <a:t>성</a:t>
                      </a:r>
                      <a:r>
                        <a:rPr lang="ko-KR" sz="1200"/>
                        <a:t>범죄의 정의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유형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 처벌사례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 처벌시 부과되는 보안처분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성범죄의 특성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성범죄의 재범요인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 예방을 위한 전략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성범죄 예방을 위한 실천방안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