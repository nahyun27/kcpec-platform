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gDs6nOjYObLOEOLcqLaiFx/+4V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0E3EEC-9346-4309-BE1E-8191E2DF8D06}">
  <a:tblStyle styleId="{C20E3EEC-9346-4309-BE1E-8191E2DF8D06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A2F3EE04-245D-484D-8785-89CD10DA844A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{C20E3EEC-9346-4309-BE1E-8191E2DF8D06}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4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20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11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010 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{A2F3EE04-245D-484D-8785-89CD10DA844A}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스토킹범죄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/>
                        <a:t>  </a:t>
                      </a: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  </a:t>
                      </a:r>
                      <a:r>
                        <a:rPr lang="ko-KR" sz="1200" b="0"/>
                        <a:t>4</a:t>
                      </a:r>
                      <a:r>
                        <a:rPr lang="ko-KR" sz="1200" b="0" u="none" strike="noStrike" cap="none"/>
                        <a:t>월</a:t>
                      </a:r>
                      <a:r>
                        <a:rPr lang="ko-KR" sz="1200" b="0"/>
                        <a:t>  20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호 형   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1994</a:t>
                      </a:r>
                      <a:r>
                        <a:rPr lang="ko-KR" sz="1200" u="none" strike="noStrike" cap="none"/>
                        <a:t>년</a:t>
                      </a:r>
                      <a:r>
                        <a:rPr lang="ko-KR" sz="1200"/>
                        <a:t>  2</a:t>
                      </a:r>
                      <a:r>
                        <a:rPr lang="ko-KR" sz="1200" u="none" strike="noStrike" cap="none"/>
                        <a:t>월 </a:t>
                      </a:r>
                      <a:r>
                        <a:rPr lang="ko-KR" sz="1200"/>
                        <a:t> 7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스토킹범죄의 의미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스토킹범죄 처벌규정과 관련 법령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현황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피해 유형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스토킹범죄의 형종 및 형량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스토킹범죄의 양형인자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예방을 위한 실천전략</a:t>
                      </a:r>
                      <a:endParaRPr sz="1350" b="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</Words>
  <Application>Microsoft Macintosh PowerPoint</Application>
  <PresentationFormat>A4 용지(210x297mm)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2026-05-08T04:24:45Z</dcterms:modified>
</cp:coreProperties>
</file>