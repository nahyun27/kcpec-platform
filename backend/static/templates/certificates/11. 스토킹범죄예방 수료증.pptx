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Ds6nOjYObLOEOLcqLaiFx/+4V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D264B4-A42D-4F3C-B7D5-B59DF6FDF7EA}">
  <a:tblStyle styleId="{DED264B4-A42D-4F3C-B7D5-B59DF6FDF7E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6FC6D94-4EB3-4143-A064-661578C064B6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{DED264B4-A42D-4F3C-B7D5-B59DF6FDF7EA}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9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7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024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{66FC6D94-4EB3-4143-A064-661578C064B6}</a:tableStyleId>
              </a:tblPr>
              <a:tblGrid>
                <a:gridCol w="1035450"/>
                <a:gridCol w="1656625"/>
                <a:gridCol w="103615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스토킹범죄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/>
                        <a:t>  </a:t>
                      </a: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년  </a:t>
                      </a:r>
                      <a:r>
                        <a:rPr b="0" lang="ko-KR" sz="1200"/>
                        <a:t>9</a:t>
                      </a:r>
                      <a:r>
                        <a:rPr b="0" lang="ko-KR" sz="1200" u="none" cap="none" strike="noStrike"/>
                        <a:t>월</a:t>
                      </a:r>
                      <a:r>
                        <a:rPr b="0" lang="ko-KR" sz="1200"/>
                        <a:t>  7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이 정 환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 1997</a:t>
                      </a:r>
                      <a:r>
                        <a:rPr lang="ko-KR" sz="1200" u="none" cap="none" strike="noStrike"/>
                        <a:t>년</a:t>
                      </a:r>
                      <a:r>
                        <a:rPr lang="ko-KR" sz="1200"/>
                        <a:t>  1</a:t>
                      </a:r>
                      <a:r>
                        <a:rPr lang="ko-KR" sz="1200" u="none" cap="none" strike="noStrike"/>
                        <a:t>월</a:t>
                      </a:r>
                      <a:r>
                        <a:rPr lang="ko-KR" sz="1200"/>
                        <a:t>  22</a:t>
                      </a:r>
                      <a:r>
                        <a:rPr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스토킹범죄의 의미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스토킹범죄 처벌규정과 관련 법령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스토킹범죄 현황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스토킹범죄 피해 유형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스토킹범죄의 형종 및 형량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스토킹범죄의 양형인자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스토킹범죄 예방을 위한 실천전략</a:t>
                      </a:r>
                      <a:endParaRPr b="0"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