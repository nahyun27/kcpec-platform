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gDs6nOjYObLOEOLcqLaiFx/+4V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20E3EEC-9346-4309-BE1E-8191E2DF8D06}">
  <a:tblStyle styleId="{C20E3EEC-9346-4309-BE1E-8191E2DF8D06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A2F3EE04-245D-484D-8785-89CD10DA844A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{C20E3EEC-9346-4309-BE1E-8191E2DF8D06}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4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20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11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010 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{A2F3EE04-245D-484D-8785-89CD10DA844A}</a:tableStyleId>
              </a:tblPr>
              <a:tblGrid>
                <a:gridCol w="1035450"/>
                <a:gridCol w="1656625"/>
                <a:gridCol w="103615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스토킹범죄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  </a:t>
                      </a:r>
                      <a:r>
                        <a:rPr b="0" lang="ko-KR" sz="1200" u="none" cap="none" strike="noStrike"/>
                        <a:t>202</a:t>
                      </a:r>
                      <a:r>
                        <a:rPr b="0" lang="ko-KR" sz="1200"/>
                        <a:t>6</a:t>
                      </a:r>
                      <a:r>
                        <a:rPr b="0" lang="ko-KR" sz="1200" u="none" cap="none" strike="noStrike"/>
                        <a:t>년  </a:t>
                      </a:r>
                      <a:r>
                        <a:rPr b="0" lang="ko-KR" sz="1200"/>
                        <a:t>4</a:t>
                      </a:r>
                      <a:r>
                        <a:rPr b="0" lang="ko-KR" sz="1200" u="none" cap="none" strike="noStrike"/>
                        <a:t>월</a:t>
                      </a:r>
                      <a:r>
                        <a:rPr b="0" lang="ko-KR" sz="1200"/>
                        <a:t>  20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이 호 형   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1994</a:t>
                      </a:r>
                      <a:r>
                        <a:rPr lang="ko-KR" sz="1200" u="none" cap="none" strike="noStrike"/>
                        <a:t>년</a:t>
                      </a:r>
                      <a:r>
                        <a:rPr lang="ko-KR" sz="1200"/>
                        <a:t>  2</a:t>
                      </a:r>
                      <a:r>
                        <a:rPr lang="ko-KR" sz="1200" u="none" cap="none" strike="noStrike"/>
                        <a:t>월 </a:t>
                      </a:r>
                      <a:r>
                        <a:rPr lang="ko-KR" sz="1200"/>
                        <a:t> 7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스토킹범죄의 의미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스토킹범죄 처벌규정과 관련 법령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 현황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 피해 유형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스토킹범죄의 형종 및 형량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스토킹범죄의 양형인자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스토킹범죄 예방을 위한 실천전략</a:t>
                      </a:r>
                      <a:endParaRPr b="0"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