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jHcK0S6GQmcZle7c4f5W8JB9gU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2B45B0-EAFC-4398-BDBB-DB6DD10C2442}">
  <a:tblStyle styleId="{302B45B0-EAFC-4398-BDBB-DB6DD10C2442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B93CFFC1-726A-49C1-9508-311CB56AD775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2241550" y="685800"/>
            <a:ext cx="237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{302B45B0-EAFC-4398-BDBB-DB6DD10C2442}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b="1" lang="ko-KR" sz="3200"/>
              <a:t>수료증</a:t>
            </a:r>
            <a:endParaRPr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9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5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56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{B93CFFC1-726A-49C1-9508-311CB56AD775}</a:tableStyleId>
              </a:tblPr>
              <a:tblGrid>
                <a:gridCol w="1035450"/>
                <a:gridCol w="1563175"/>
                <a:gridCol w="1129600"/>
                <a:gridCol w="1469050"/>
              </a:tblGrid>
              <a:tr h="562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성매매 </a:t>
                      </a: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예방교육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/>
                        <a:t>202</a:t>
                      </a:r>
                      <a:r>
                        <a:rPr b="0" lang="ko-KR" sz="1200"/>
                        <a:t>6</a:t>
                      </a:r>
                      <a:r>
                        <a:rPr b="0" lang="ko-KR" sz="1200" u="none" cap="none" strike="noStrike"/>
                        <a:t>년</a:t>
                      </a:r>
                      <a:r>
                        <a:rPr b="0" lang="ko-KR" sz="1200"/>
                        <a:t>  9월  5</a:t>
                      </a:r>
                      <a:r>
                        <a:rPr b="0" lang="ko-KR" sz="1200" u="none" cap="none" strike="noStrike"/>
                        <a:t>일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성명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김 동 규 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/>
                        <a:t>1998</a:t>
                      </a:r>
                      <a:r>
                        <a:rPr lang="ko-KR" sz="1200" u="none" cap="none" strike="noStrike"/>
                        <a:t>년  </a:t>
                      </a:r>
                      <a:r>
                        <a:rPr lang="ko-KR" sz="1200"/>
                        <a:t>11</a:t>
                      </a:r>
                      <a:r>
                        <a:rPr lang="ko-KR" sz="1200" u="none" cap="none" strike="noStrike"/>
                        <a:t>월</a:t>
                      </a:r>
                      <a:r>
                        <a:rPr lang="ko-KR" sz="1200"/>
                        <a:t>  11</a:t>
                      </a:r>
                      <a:r>
                        <a:rPr lang="ko-KR" sz="1200" u="none" cap="none" strike="noStrike"/>
                        <a:t>일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/>
                        <a:t>교육내용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성매매의 정의 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성매매의 유형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성매매 범죄의 법률적 처벌근거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성매매 범죄의 사회적 중대성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성매매 예방을 위한 전략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성매매 예방을 위한 개인적 실천방안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