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9906000" cx="6858000"/>
  <p:notesSz cx="6858000" cy="9144000"/>
  <p:embeddedFontLst>
    <p:embeddedFont>
      <p:font typeface="Play"/>
      <p:regular r:id="rId7"/>
      <p:bold r:id="rId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9" roundtripDataSignature="AMtx7mjHcK0S6GQmcZle7c4f5W8JB9gUA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E99D34A-ADBA-4537-8B12-841D62B675AC}">
  <a:tblStyle styleId="{4E99D34A-ADBA-4537-8B12-841D62B675AC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fill>
          <a:solidFill>
            <a:srgbClr val="CAD1D8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D1D8"/>
          </a:solidFill>
        </a:fill>
      </a:tcStyle>
    </a:band1V>
    <a:band2V>
      <a:tcTxStyle b="off" i="off"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  <a:tblStyle styleId="{76C34E99-6266-4279-BEDC-D33A93AAC897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chemeClr val="dk1">
              <a:alpha val="20000"/>
            </a:schemeClr>
          </a:solidFill>
        </a:fill>
      </a:tcStyle>
    </a:band1H>
    <a:band2H>
      <a:tcTxStyle b="off" i="off"/>
    </a:band2H>
    <a:band1V>
      <a:tcTxStyle b="off" i="off"/>
      <a:tcStyle>
        <a:fill>
          <a:solidFill>
            <a:schemeClr val="dk1">
              <a:alpha val="20000"/>
            </a:scheme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Play-regular.fntdata"/><Relationship Id="rId8" Type="http://schemas.openxmlformats.org/officeDocument/2006/relationships/font" Target="fonts/Play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2241550" y="685800"/>
            <a:ext cx="2374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514350" y="1621191"/>
            <a:ext cx="5829300" cy="34487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857250" y="5202944"/>
            <a:ext cx="5143500" cy="2391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Google Shape;14;p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467916" y="2469624"/>
            <a:ext cx="5915025" cy="41206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467916" y="6629226"/>
            <a:ext cx="5915025" cy="2166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471488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2" type="body"/>
          </p:nvPr>
        </p:nvSpPr>
        <p:spPr>
          <a:xfrm>
            <a:off x="3471863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비교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type="title"/>
          </p:nvPr>
        </p:nvSpPr>
        <p:spPr>
          <a:xfrm>
            <a:off x="472381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" type="body"/>
          </p:nvPr>
        </p:nvSpPr>
        <p:spPr>
          <a:xfrm>
            <a:off x="472381" y="2428347"/>
            <a:ext cx="2901255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Google Shape;39;p7"/>
          <p:cNvSpPr txBox="1"/>
          <p:nvPr>
            <p:ph idx="2" type="body"/>
          </p:nvPr>
        </p:nvSpPr>
        <p:spPr>
          <a:xfrm>
            <a:off x="472381" y="3618442"/>
            <a:ext cx="2901255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3" type="body"/>
          </p:nvPr>
        </p:nvSpPr>
        <p:spPr>
          <a:xfrm>
            <a:off x="3471863" y="2428347"/>
            <a:ext cx="2915543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Google Shape;41;p7"/>
          <p:cNvSpPr txBox="1"/>
          <p:nvPr>
            <p:ph idx="4" type="body"/>
          </p:nvPr>
        </p:nvSpPr>
        <p:spPr>
          <a:xfrm>
            <a:off x="3471863" y="3618442"/>
            <a:ext cx="2915543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콘텐츠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그림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세로 텍스트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286367" y="2822135"/>
            <a:ext cx="6285266" cy="5915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세로 제목 및 텍스트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1449696" y="3985464"/>
            <a:ext cx="8394877" cy="14787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-1550679" y="2549570"/>
            <a:ext cx="8394877" cy="43505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Google Shape;84;p1"/>
          <p:cNvGraphicFramePr/>
          <p:nvPr/>
        </p:nvGraphicFramePr>
        <p:xfrm>
          <a:off x="460562" y="4224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{4E99D34A-ADBA-4537-8B12-841D62B675AC}</a:tableStyleId>
              </a:tblPr>
              <a:tblGrid>
                <a:gridCol w="5936875"/>
              </a:tblGrid>
              <a:tr h="9061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sz="135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85" name="Google Shape;85;p1"/>
          <p:cNvSpPr txBox="1"/>
          <p:nvPr>
            <p:ph type="ctrTitle"/>
          </p:nvPr>
        </p:nvSpPr>
        <p:spPr>
          <a:xfrm>
            <a:off x="514349" y="1216338"/>
            <a:ext cx="5829300" cy="9068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b="1" lang="ko-KR" sz="3200"/>
              <a:t>수료증</a:t>
            </a:r>
            <a:endParaRPr/>
          </a:p>
        </p:txBody>
      </p:sp>
      <p:pic>
        <p:nvPicPr>
          <p:cNvPr descr="패턴, 레드, 예술, 그래픽이(가) 표시된 사진&#10;&#10;자동 생성된 설명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61331" y="8009965"/>
            <a:ext cx="1004046" cy="100404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467410" y="8269941"/>
            <a:ext cx="2980206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Play"/>
              <a:buNone/>
            </a:pPr>
            <a:r>
              <a:rPr b="1" i="0" lang="ko-KR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한국범죄예방교육센터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709456" y="7192681"/>
            <a:ext cx="3439085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lay"/>
              <a:buNone/>
            </a:pP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발급일자 : 202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년   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4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월 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 24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텍스트, 원, 폰트, 로고이(가) 표시된 사진&#10;&#10;자동 생성된 설명" id="89" name="Google Shape;89;p1"/>
          <p:cNvPicPr preferRelativeResize="0"/>
          <p:nvPr/>
        </p:nvPicPr>
        <p:blipFill rotWithShape="1">
          <a:blip r:embed="rId4">
            <a:alphaModFix amt="50000"/>
          </a:blip>
          <a:srcRect b="0" l="0" r="0" t="0"/>
          <a:stretch/>
        </p:blipFill>
        <p:spPr>
          <a:xfrm>
            <a:off x="1284194" y="2808194"/>
            <a:ext cx="4289612" cy="428961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12694" y="565075"/>
            <a:ext cx="5325035" cy="3587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증 202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-kcpec-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0- 000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17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호  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>
            <p:ph idx="1" type="subTitle"/>
          </p:nvPr>
        </p:nvSpPr>
        <p:spPr>
          <a:xfrm>
            <a:off x="813545" y="6104963"/>
            <a:ext cx="5197289" cy="1116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위 사람은 한국범죄예방교육센터에서 실시한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상기 교육과정을 성실히 이수하였으므로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본 증서를 수여합니다.</a:t>
            </a:r>
            <a:endParaRPr/>
          </a:p>
        </p:txBody>
      </p:sp>
      <p:graphicFrame>
        <p:nvGraphicFramePr>
          <p:cNvPr id="92" name="Google Shape;92;p1"/>
          <p:cNvGraphicFramePr/>
          <p:nvPr/>
        </p:nvGraphicFramePr>
        <p:xfrm>
          <a:off x="813546" y="22456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{76C34E99-6266-4279-BEDC-D33A93AAC897}</a:tableStyleId>
              </a:tblPr>
              <a:tblGrid>
                <a:gridCol w="1035450"/>
                <a:gridCol w="1563175"/>
                <a:gridCol w="1129600"/>
                <a:gridCol w="1469050"/>
              </a:tblGrid>
              <a:tr h="5625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이수과정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성매매 </a:t>
                      </a: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예방교육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이수일자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/>
                        <a:t>202</a:t>
                      </a:r>
                      <a:r>
                        <a:rPr b="0" lang="ko-KR" sz="1200"/>
                        <a:t>6</a:t>
                      </a:r>
                      <a:r>
                        <a:rPr b="0" lang="ko-KR" sz="1200" u="none" cap="none" strike="noStrike"/>
                        <a:t>년</a:t>
                      </a:r>
                      <a:r>
                        <a:rPr b="0" lang="ko-KR" sz="1200"/>
                        <a:t>  4월  24</a:t>
                      </a:r>
                      <a:r>
                        <a:rPr b="0" lang="ko-KR" sz="1200" u="none" cap="none" strike="noStrike"/>
                        <a:t>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0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성명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여 윤 수 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생년월일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/>
                        <a:t> 1988</a:t>
                      </a:r>
                      <a:r>
                        <a:rPr lang="ko-KR" sz="1200" u="none" cap="none" strike="noStrike"/>
                        <a:t>년 </a:t>
                      </a:r>
                      <a:r>
                        <a:rPr lang="ko-KR" sz="1200"/>
                        <a:t> 9</a:t>
                      </a:r>
                      <a:r>
                        <a:rPr lang="ko-KR" sz="1200" u="none" cap="none" strike="noStrike"/>
                        <a:t>월</a:t>
                      </a:r>
                      <a:r>
                        <a:rPr lang="ko-KR" sz="1200"/>
                        <a:t> 15</a:t>
                      </a:r>
                      <a:r>
                        <a:rPr lang="ko-KR" sz="1200" u="none" cap="none" strike="noStrike"/>
                        <a:t>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7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/>
                        <a:t>교육내용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3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성매매의 정의 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성매매의 유형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성매매 범죄의 법률적 처벌근거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성매매 범죄의 사회적 중대성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성매매 예방을 위한 전략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성매매 예방을 위한 개인적 실천방안</a:t>
                      </a:r>
                      <a:endParaRPr sz="1200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 테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2024-03-21T05:26:47Z</dcterms:created>
  <dc:creator>2983</dc:creator>
</cp:coreProperties>
</file>