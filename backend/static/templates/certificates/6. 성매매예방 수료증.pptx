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embeddedFontLst>
    <p:embeddedFont>
      <p:font typeface="Pretendard" panose="02000503000000020004" pitchFamily="2" charset="-127"/>
      <p:regular r:id="rId4"/>
      <p:bold r:id="rId5"/>
    </p:embeddedFont>
    <p:embeddedFont>
      <p:font typeface="Play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" roundtripDataSignature="AMtx7mjHcK0S6GQmcZle7c4f5W8JB9gU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E99D34A-ADBA-4537-8B12-841D62B675AC}">
  <a:tblStyle styleId="{4E99D34A-ADBA-4537-8B12-841D62B675AC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76C34E99-6266-4279-BEDC-D33A93AAC897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80" d="100"/>
          <a:sy n="80" d="100"/>
        </p:scale>
        <p:origin x="3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5936875" cy="9061075"/>
        </p:xfrm>
        <a:graphic>
          <a:graphicData uri="http://schemas.openxmlformats.org/drawingml/2006/table">
            <a:tbl>
              <a:tblPr firstRow="1" bandRow="1">
                <a:noFill/>
                <a:tableStyleId>{4E99D34A-ADBA-4537-8B12-841D62B675AC}</a:tableStyleId>
              </a:tblPr>
              <a:tblGrid>
                <a:gridCol w="593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06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ko-KR" sz="32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수료증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86" name="Google Shape;86;p1" descr="패턴, 레드, 예술, 그래픽이(가) 표시된 사진&#10;&#10;자동 생성된 설명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lang="ko-KR" sz="2000" b="1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한국범죄예방교육센터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년  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4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 24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일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pic>
        <p:nvPicPr>
          <p:cNvPr id="89" name="Google Shape;89;p1" descr="텍스트, 원, 폰트, 로고이(가) 표시된 사진&#10;&#10;자동 생성된 설명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17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호   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위 사람은 한국범죄예방교육센터에서 실시한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상기 교육과정을 성실히 이수하였으므로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본 증서를 수여합니다.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5197275" cy="3659675"/>
        </p:xfrm>
        <a:graphic>
          <a:graphicData uri="http://schemas.openxmlformats.org/drawingml/2006/table">
            <a:tbl>
              <a:tblPr firstRow="1" bandRow="1">
                <a:noFill/>
                <a:tableStyleId>{76C34E99-6266-4279-BEDC-D33A93AAC897}</a:tableStyleId>
              </a:tblPr>
              <a:tblGrid>
                <a:gridCol w="103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성매매 </a:t>
                      </a: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202</a:t>
                      </a:r>
                      <a:r>
                        <a:rPr lang="ko-KR" sz="1200" b="0"/>
                        <a:t>6</a:t>
                      </a:r>
                      <a:r>
                        <a:rPr lang="ko-KR" sz="1200" b="0" u="none" strike="noStrike" cap="none"/>
                        <a:t>년</a:t>
                      </a:r>
                      <a:r>
                        <a:rPr lang="ko-KR" sz="1200" b="0"/>
                        <a:t>  4월  24</a:t>
                      </a:r>
                      <a:r>
                        <a:rPr lang="ko-KR" sz="1200" b="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성명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여 윤 수 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1988</a:t>
                      </a:r>
                      <a:r>
                        <a:rPr lang="ko-KR" sz="1200" u="none" strike="noStrike" cap="none"/>
                        <a:t>년 </a:t>
                      </a:r>
                      <a:r>
                        <a:rPr lang="ko-KR" sz="1200"/>
                        <a:t> 9</a:t>
                      </a:r>
                      <a:r>
                        <a:rPr lang="ko-KR" sz="1200" u="none" strike="noStrike" cap="none"/>
                        <a:t>월</a:t>
                      </a:r>
                      <a:r>
                        <a:rPr lang="ko-KR" sz="1200"/>
                        <a:t> 15</a:t>
                      </a:r>
                      <a:r>
                        <a:rPr lang="ko-KR" sz="120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70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교육내용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성매매의 정의 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성매매의 유형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 범죄의 법률적 처벌근거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 범죄의 사회적 중대성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성매매 예방을 위한 전략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성매매 예방을 위한 개인적 실천방안</a:t>
                      </a:r>
                      <a:endParaRPr sz="1200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</Words>
  <Application>Microsoft Macintosh PowerPoint</Application>
  <PresentationFormat>A4 용지(210x297mm)</PresentationFormat>
  <Paragraphs>24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</vt:lpstr>
      <vt:lpstr>Arial</vt:lpstr>
      <vt:lpstr>Play</vt:lpstr>
      <vt:lpstr>Office 테마</vt:lpstr>
      <vt:lpstr>수료증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2983</dc:creator>
  <cp:lastModifiedBy>김나현</cp:lastModifiedBy>
  <cp:revision>1</cp:revision>
  <dcterms:created xsi:type="dcterms:W3CDTF">2024-03-21T05:26:47Z</dcterms:created>
  <dcterms:modified xsi:type="dcterms:W3CDTF">2026-05-08T04:23:53Z</dcterms:modified>
</cp:coreProperties>
</file>