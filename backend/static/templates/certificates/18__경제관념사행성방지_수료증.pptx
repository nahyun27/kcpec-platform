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LBBCiBHQOdL5dH5/HpMZrtzC/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4CA60C-AE1B-4565-83A6-60A876B977B0}">
  <a:tblStyle styleId="{4A4CA60C-AE1B-4565-83A6-60A876B977B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F8A2453-2C4A-4537-922A-DB7612E4EEDE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634" y="-1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{4A4CA60C-AE1B-4565-83A6-60A876B977B0}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/>
              <a:t>수료증</a:t>
            </a:r>
            <a:endParaRPr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18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>
            <p:extLst>
              <p:ext uri="{D42A27DB-BD31-4B8C-83A1-F6EECF244321}">
                <p14:modId xmlns:p14="http://schemas.microsoft.com/office/powerpoint/2010/main" val="4097909012"/>
              </p:ext>
            </p:extLst>
          </p:nvPr>
        </p:nvGraphicFramePr>
        <p:xfrm>
          <a:off x="813546" y="2245640"/>
          <a:ext cx="5197275" cy="3659675"/>
        </p:xfrm>
        <a:graphic>
          <a:graphicData uri="http://schemas.openxmlformats.org/drawingml/2006/table">
            <a:tbl>
              <a:tblPr firstRow="1" bandRow="1">
                <a:noFill/>
                <a:tableStyleId>{1F8A2453-2C4A-4537-922A-DB7612E4EEDE}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경제관념·</a:t>
                      </a:r>
                      <a:endParaRPr lang="en-US" altLang="ko-KR" sz="1200" b="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사행성 방지 교육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altLang="en-US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홍길동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사행심의 이해('한 방' 심리와 정직한 노력)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사행 심리의 기전(</a:t>
                      </a:r>
                      <a:r>
                        <a:rPr lang="ko-KR" sz="1200" dirty="0" err="1"/>
                        <a:t>보상회로·불확실한</a:t>
                      </a:r>
                      <a:r>
                        <a:rPr lang="ko-KR" sz="1200" dirty="0"/>
                        <a:t> 보상)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사행성이 삶에 미치는 영향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계획적인 </a:t>
                      </a:r>
                      <a:r>
                        <a:rPr lang="ko-KR" sz="1200" dirty="0" err="1"/>
                        <a:t>수입·지출</a:t>
                      </a:r>
                      <a:r>
                        <a:rPr lang="ko-KR" sz="1200" dirty="0"/>
                        <a:t> 관리와 저축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건전한 경제관념과 투자의 이해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재발 예방과 경제 재건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건강한 경제생활 실천전략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PresentationFormat>A4 용지(210x297mm)</PresentationFormat>
  <Paragraphs>26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Play</vt:lpstr>
      <vt:lpstr>Arial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2026-07-03T05:26:34Z</dcterms:modified>
</cp:coreProperties>
</file>