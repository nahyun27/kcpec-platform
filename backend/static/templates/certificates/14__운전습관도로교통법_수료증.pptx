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14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2448117165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운전습관·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도로교통법 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운전의 의미와 책임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교통법규의 기본 원칙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12대 중과실과 교통사고처리특례법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음주·과속·신호위반의</a:t>
                      </a:r>
                      <a:r>
                        <a:rPr lang="ko-KR" sz="1200" dirty="0"/>
                        <a:t> 위험성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어린이보호구역·보복운전·뺑소니의</a:t>
                      </a:r>
                      <a:r>
                        <a:rPr lang="ko-KR" sz="1200" dirty="0"/>
                        <a:t> 가중처벌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교통사고 처벌사례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교통사고가 남기는 피해와 대가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안전운전 습관을 위한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A4 용지(210x297mm)</PresentationFormat>
  <Paragraphs>27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2026-07-03T05:22:26Z</dcterms:modified>
</cp:coreProperties>
</file>