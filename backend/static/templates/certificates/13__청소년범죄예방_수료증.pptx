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13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 dirty="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 dirty="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 dirty="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 dirty="0"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1108759441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청소년범죄 예방교육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청소년범죄의 개념과 현황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소년법의 이해와 보호처분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청소년범죄의 주요 유형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소년사건의 처리절차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청소년범죄의 원인과 위험요인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범죄 관련 </a:t>
                      </a:r>
                      <a:r>
                        <a:rPr lang="ko-KR" sz="1200" dirty="0" err="1"/>
                        <a:t>처분·양형</a:t>
                      </a:r>
                      <a:r>
                        <a:rPr lang="ko-KR" sz="1200" dirty="0"/>
                        <a:t> 사례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회복적 사법과 사회복귀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범죄예방을 위한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A4 용지(210x297mm)</PresentationFormat>
  <Paragraphs>26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2026-07-03T05:20:52Z</dcterms:modified>
</cp:coreProperties>
</file>