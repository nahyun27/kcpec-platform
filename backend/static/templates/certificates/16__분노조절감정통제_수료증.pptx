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-3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2087638031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분노조절·</a:t>
                      </a:r>
                      <a:endParaRPr lang="en-US" altLang="ko-KR" sz="12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감정 통제교육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</a:t>
                      </a: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분노의 이해(자연스러운 감정과 조절)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분노의 기전(</a:t>
                      </a:r>
                      <a:r>
                        <a:rPr lang="ko-KR" sz="1200" dirty="0" err="1"/>
                        <a:t>편도체·전두엽</a:t>
                      </a:r>
                      <a:r>
                        <a:rPr lang="ko-KR" sz="1200" dirty="0"/>
                        <a:t>)과 신체 반응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분노가 삶에 미치는 영향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감정 알아차리기와 10초 호흡법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타임아웃과 인지 재구성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나 전달법과 건강한 감정 표현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분노조절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2026-07-03T05:24:31Z</dcterms:modified>
</cp:coreProperties>
</file>