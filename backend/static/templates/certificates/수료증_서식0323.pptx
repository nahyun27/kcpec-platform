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7ExZBG9TTZWsxXZsVX4Fn91gA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D02EB8-75E7-47F8-A739-C8E7C3C28C70}">
  <a:tblStyle styleId="{D0D02EB8-75E7-47F8-A739-C8E7C3C28C7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B732CCF-60EC-426D-B107-500D9246226D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{D0D02EB8-75E7-47F8-A739-C8E7C3C28C70}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2024년 03월 21일</a:t>
            </a:r>
            <a:endParaRPr/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 2024-kcpec-00000- 00001   호   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{5B732CCF-60EC-426D-B107-500D9246226D}</a:tableStyleId>
              </a:tblPr>
              <a:tblGrid>
                <a:gridCol w="1042150"/>
                <a:gridCol w="1573300"/>
                <a:gridCol w="1136900"/>
                <a:gridCol w="1478550"/>
              </a:tblGrid>
              <a:tr h="42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준법심리교육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2024. 3. 21.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박아름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1981. 2. 12.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5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