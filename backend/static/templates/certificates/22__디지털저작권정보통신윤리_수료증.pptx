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LBBCiBHQOdL5dH5/HpMZrtzC/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4CA60C-AE1B-4565-83A6-60A876B977B0}">
  <a:tblStyle styleId="{4A4CA60C-AE1B-4565-83A6-60A876B977B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F8A2453-2C4A-4537-922A-DB7612E4EEDE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094" y="-3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{4A4CA60C-AE1B-4565-83A6-60A876B977B0}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ko-KR" sz="3200" b="1"/>
              <a:t>수료증</a:t>
            </a:r>
            <a:endParaRPr/>
          </a:p>
        </p:txBody>
      </p:sp>
      <p:pic>
        <p:nvPicPr>
          <p:cNvPr id="86" name="Google Shape;86;p1" descr="패턴, 레드, 예술, 그래픽이(가) 표시된 사진  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텍스트, 원, 폰트, 로고이(가) 표시된 사진  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22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>
            <p:extLst>
              <p:ext uri="{D42A27DB-BD31-4B8C-83A1-F6EECF244321}">
                <p14:modId xmlns:p14="http://schemas.microsoft.com/office/powerpoint/2010/main" val="1537730047"/>
              </p:ext>
            </p:extLst>
          </p:nvPr>
        </p:nvGraphicFramePr>
        <p:xfrm>
          <a:off x="813546" y="2245640"/>
          <a:ext cx="5197275" cy="3659675"/>
        </p:xfrm>
        <a:graphic>
          <a:graphicData uri="http://schemas.openxmlformats.org/drawingml/2006/table">
            <a:tbl>
              <a:tblPr firstRow="1" bandRow="1">
                <a:noFill/>
                <a:tableStyleId>{1F8A2453-2C4A-4537-922A-DB7612E4EEDE}</a:tableStyleId>
              </a:tblPr>
              <a:tblGrid>
                <a:gridCol w="10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디지털저작권·</a:t>
                      </a:r>
                      <a:endParaRPr lang="en-US" altLang="ko-KR" sz="1200" b="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정보통신윤리 교육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성명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 </a:t>
                      </a:r>
                      <a:r>
                        <a:rPr lang="ko-KR" altLang="en-US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홍길동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/>
                        <a:t>교육내용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저작권의 개념과 보호대상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디지털 콘텐츠와 저작권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저작재산권과 저작인격권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불법 </a:t>
                      </a:r>
                      <a:r>
                        <a:rPr lang="ko-KR" sz="1200" dirty="0" err="1"/>
                        <a:t>다운로드·공유의</a:t>
                      </a:r>
                      <a:r>
                        <a:rPr lang="ko-KR" sz="1200" dirty="0"/>
                        <a:t> 문제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정보통신 윤리와 올바른 </a:t>
                      </a:r>
                      <a:r>
                        <a:rPr lang="ko-KR" sz="1200" dirty="0" err="1"/>
                        <a:t>네티켓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저작권 침해에 따른 책임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건전한 디지털 이용 실천전략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A4 용지(210x297mm)</PresentationFormat>
  <Paragraphs>26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Play</vt:lpstr>
      <vt:lpstr>Office 테마</vt:lpstr>
      <vt:lpstr>수료증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윤승진 변호사</cp:lastModifiedBy>
  <cp:revision>1</cp:revision>
  <dcterms:created xsi:type="dcterms:W3CDTF">2024-03-21T05:26:47Z</dcterms:created>
  <dcterms:modified xsi:type="dcterms:W3CDTF">2026-07-03T05:29:44Z</dcterms:modified>
</cp:coreProperties>
</file>