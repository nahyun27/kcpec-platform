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1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23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2693292489"/>
              </p:ext>
            </p:extLst>
          </p:nvPr>
        </p:nvGraphicFramePr>
        <p:xfrm>
          <a:off x="813546" y="2245640"/>
          <a:ext cx="5197275" cy="373721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개인정보보호·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사이버금융범죄 예방교육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개인정보의 개념과 보호원칙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개인정보보호법의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피싱·스미싱·파밍의</a:t>
                      </a:r>
                      <a:r>
                        <a:rPr lang="ko-KR" sz="1200" dirty="0"/>
                        <a:t>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보이스피싱 수법과 대응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전자금융사기의 예방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개인정보 유출 시 대처방법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사이버금융범죄 예방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2026-07-03T05:42:28Z</dcterms:modified>
</cp:coreProperties>
</file>