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경제관념·사행성 방지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181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배운 바를 꾸준히 실천하여 건강한 경제생활을 이어갈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사행심의 위험성과 건강한 경제관념의 중요성을 인식하고, 정직한 노력과 회복을 위하여 노력할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경제관념·사행성 방지 교육을 성실히 이수하고, 배운 바를 꾸준히 실천할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'한 방'의 유혹을 경계하고, 계획적인 수입·지출 관리로 건강한 경제생활을 하겠습니다.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필요할 때 도움을 요청하며, 건전한 경제관념을 세워가도록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