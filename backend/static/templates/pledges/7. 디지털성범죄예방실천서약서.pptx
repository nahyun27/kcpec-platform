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9906000" cx="6858000"/>
  <p:notesSz cx="6858000" cy="9144000"/>
  <p:embeddedFontLst>
    <p:embeddedFont>
      <p:font typeface="Play"/>
      <p:regular r:id="rId7"/>
      <p:bold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jtkiy5rD7wqgy2L2/03uvr2akJ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CD14A7E-8265-4B90-AE59-293FD8A40670}">
  <a:tblStyle styleId="{9CD14A7E-8265-4B90-AE59-293FD8A40670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fill>
          <a:solidFill>
            <a:srgbClr val="CAD1D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1D8"/>
          </a:solidFill>
        </a:fill>
      </a:tcStyle>
    </a:band1V>
    <a:band2V>
      <a:tcTxStyle b="off" i="off"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FE869298-7597-4C40-A40C-4DA345F4FF37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chemeClr val="dk1">
              <a:alpha val="20000"/>
            </a:schemeClr>
          </a:solidFill>
        </a:fill>
      </a:tcStyle>
    </a:band1H>
    <a:band2H>
      <a:tcTxStyle b="off" i="off"/>
    </a:band2H>
    <a:band1V>
      <a:tcTxStyle b="off" i="off"/>
      <a:tcStyle>
        <a:fill>
          <a:solidFill>
            <a:schemeClr val="dk1">
              <a:alpha val="20000"/>
            </a:scheme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Play-regular.fntdata"/><Relationship Id="rId8" Type="http://schemas.openxmlformats.org/officeDocument/2006/relationships/font" Target="fonts/Pl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"/>
          <p:cNvGraphicFramePr/>
          <p:nvPr/>
        </p:nvGraphicFramePr>
        <p:xfrm>
          <a:off x="460562" y="4224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{9CD14A7E-8265-4B90-AE59-293FD8A40670}</a:tableStyleId>
              </a:tblPr>
              <a:tblGrid>
                <a:gridCol w="5936875"/>
              </a:tblGrid>
              <a:tr h="9061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5" name="Google Shape;85;p1"/>
          <p:cNvSpPr txBox="1"/>
          <p:nvPr>
            <p:ph type="ctrTitle"/>
          </p:nvPr>
        </p:nvSpPr>
        <p:spPr>
          <a:xfrm>
            <a:off x="514349" y="989163"/>
            <a:ext cx="58293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ko-KR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디지털 성범죄 예방 실천</a:t>
            </a:r>
            <a:r>
              <a:rPr b="1" lang="ko-KR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서약서</a:t>
            </a:r>
            <a:r>
              <a:rPr lang="ko-KR" sz="2400"/>
              <a:t> </a:t>
            </a:r>
            <a:endParaRPr b="1" sz="2400"/>
          </a:p>
        </p:txBody>
      </p:sp>
      <p:pic>
        <p:nvPicPr>
          <p:cNvPr descr="패턴, 레드, 예술, 그래픽이(가) 표시된 사진&#10;&#10;자동 생성된 설명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1331" y="8009965"/>
            <a:ext cx="1004046" cy="100404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467410" y="8269941"/>
            <a:ext cx="2980206" cy="4840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r>
              <a:rPr b="1" i="0" lang="ko-KR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한국범죄예방교육센터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284200" y="6813075"/>
            <a:ext cx="42897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ko-K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서약일자 :   202</a:t>
            </a:r>
            <a:r>
              <a:rPr lang="ko-KR" sz="1600">
                <a:solidFill>
                  <a:schemeClr val="dk1"/>
                </a:solidFill>
              </a:rPr>
              <a:t>6</a:t>
            </a:r>
            <a:r>
              <a:rPr b="0" i="0" lang="ko-K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년     월       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텍스트, 원, 폰트, 로고이(가) 표시된 사진&#10;&#10;자동 생성된 설명" id="89" name="Google Shape;89;p1"/>
          <p:cNvPicPr preferRelativeResize="0"/>
          <p:nvPr/>
        </p:nvPicPr>
        <p:blipFill rotWithShape="1">
          <a:blip r:embed="rId4">
            <a:alphaModFix amt="50000"/>
          </a:blip>
          <a:srcRect b="0" l="0" r="0" t="0"/>
          <a:stretch/>
        </p:blipFill>
        <p:spPr>
          <a:xfrm>
            <a:off x="1284194" y="2808219"/>
            <a:ext cx="4289613" cy="4289613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712694" y="565075"/>
            <a:ext cx="5325035" cy="3587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증 202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-kcpec-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7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1- 00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142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호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423648" y="5924375"/>
            <a:ext cx="6010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ko-K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상기 사항을 숙지하고 성실히 준수하며,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ko-K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위반 시 그 어떠한 처벌도 감수할 것을 다짐합니다.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2" name="Google Shape;92;p1"/>
          <p:cNvGraphicFramePr/>
          <p:nvPr/>
        </p:nvGraphicFramePr>
        <p:xfrm>
          <a:off x="707521" y="212562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{FE869298-7597-4C40-A40C-4DA345F4FF37}</a:tableStyleId>
              </a:tblPr>
              <a:tblGrid>
                <a:gridCol w="5443050"/>
              </a:tblGrid>
              <a:tr h="340225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본인 </a:t>
                      </a:r>
                      <a:r>
                        <a:rPr lang="ko-KR" sz="1200" u="sng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      </a:t>
                      </a: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는(은)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성에 대한 올바른 가치관 정립과 디지털성범죄 근절에 기여할 </a:t>
                      </a: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것을 다짐하면서 다음과 같이</a:t>
                      </a: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엄숙히 </a:t>
                      </a: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서약합니다.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1" sz="1200" u="none" cap="none" strike="noStrike"/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디지털성범죄 예방</a:t>
                      </a: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교육을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성실히 </a:t>
                      </a: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이수하고,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성에 대한 가치관을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 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재정립하는 등 디지털성범죄 재발방지를 위해 최선을 다하겠습니다. </a:t>
                      </a: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   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1" sz="1200" u="none" cap="none" strike="noStrike"/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왜곡된 성관념을 지양하고 사회적으로도 건전한 성관념이 조성될 수 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있도록 노력</a:t>
                      </a: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하겠습니다. 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이성을 성적 대상화하는 인식에서 벗어나, 성에 대한 올바른 인식을 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갖도록 노력하겠습니다. 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3" name="Google Shape;93;p1"/>
          <p:cNvSpPr txBox="1"/>
          <p:nvPr/>
        </p:nvSpPr>
        <p:spPr>
          <a:xfrm>
            <a:off x="2770650" y="7477975"/>
            <a:ext cx="32739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r>
              <a:rPr b="0" i="0" lang="ko-KR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서약자 :                                     (인)</a:t>
            </a:r>
            <a:endParaRPr b="0" i="0" sz="16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 테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2024-03-21T05:26:47Z</dcterms:created>
  <dc:creator>2983</dc:creator>
</cp:coreProperties>
</file>