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906000" cx="6858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j071bMftov1rmjHs+HA9sdobRb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7C33A6-14B4-4999-9467-A08F70F60DB0}">
  <a:tblStyle styleId="{D17C33A6-14B4-4999-9467-A08F70F60DB0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5B03BD47-291A-4758-B3F1-ED5490A9E138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{D17C33A6-14B4-4999-9467-A08F70F60DB0}</a:tableStyleId>
              </a:tblPr>
              <a:tblGrid>
                <a:gridCol w="5936875"/>
              </a:tblGrid>
              <a:tr h="906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"/>
          <p:cNvSpPr txBox="1"/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금주</a:t>
            </a: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서약서</a:t>
            </a:r>
            <a:r>
              <a:rPr lang="ko-KR" sz="2400"/>
              <a:t> </a:t>
            </a:r>
            <a:endParaRPr b="1" sz="2400"/>
          </a:p>
        </p:txBody>
      </p:sp>
      <p:pic>
        <p:nvPicPr>
          <p:cNvPr descr="패턴, 레드, 예술, 그래픽이(가) 표시된 사진&#10;&#10;자동 생성된 설명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284200" y="6813075"/>
            <a:ext cx="42897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서약일자 :   202</a:t>
            </a:r>
            <a:r>
              <a:rPr lang="ko-KR" sz="1600">
                <a:solidFill>
                  <a:schemeClr val="dk1"/>
                </a:solidFill>
              </a:rPr>
              <a:t>6</a:t>
            </a: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년     월       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원, 폰트, 로고이(가) 표시된 사진&#10;&#10;자동 생성된 설명" id="89" name="Google Shape;89;p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1284194" y="2808194"/>
            <a:ext cx="4289613" cy="428961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22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- 00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081 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호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369823" y="5952200"/>
            <a:ext cx="6010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상기 사항을 숙지하고 성실히 준수하며,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위반 시 그 어떠한 처벌도 감수할 것을 다짐합니다.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759758" y="23517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{5B03BD47-291A-4758-B3F1-ED5490A9E138}</a:tableStyleId>
              </a:tblPr>
              <a:tblGrid>
                <a:gridCol w="5325025"/>
              </a:tblGrid>
              <a:tr h="31901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본인 </a:t>
                      </a:r>
                      <a:r>
                        <a:rPr lang="ko-KR" sz="1200" u="sng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는(은)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음주로 인하여 발생한 지난 날들의 과오들을 깊이 반성하며 다음과 같이 금주할 것을 가족들과 모두 앞에서 엄숙히 서약합니다.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1" sz="1200" u="none" cap="none" strike="noStrike"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나는 음주 시 발생하는 나의 문제점을 깊이 깨달았고 음주와 관련된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나의 문제를 사전에 예방하기 위해 앞으로 평생 금주하겠습니다. </a:t>
                      </a:r>
                      <a:endParaRPr sz="1400" u="none" cap="none" strike="noStrike"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1" sz="1200" u="none" cap="none" strike="noStrike"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나 자신의 건강과 가족의 평안을 위해 금주하겠습니다. 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나의 이웃과 우리 사회를 위해 금주하겠습니다.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"/>
          <p:cNvSpPr txBox="1"/>
          <p:nvPr/>
        </p:nvSpPr>
        <p:spPr>
          <a:xfrm>
            <a:off x="2770650" y="7477975"/>
            <a:ext cx="3273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서약자 :                                     (인)</a:t>
            </a:r>
            <a:endParaRPr b="0" i="0" sz="1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2024-03-21T05:26:47Z</dcterms:created>
  <dc:creator>2983</dc:creator>
</cp:coreProperties>
</file>