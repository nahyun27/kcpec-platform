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i5ue5+vf8rhtYjYo9JteRhyOKo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9BE7E8-1FAE-421A-98E7-83F621FD7229}">
  <a:tblStyle styleId="{7D9BE7E8-1FAE-421A-98E7-83F621FD7229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E6270CCF-E4AA-4428-AA88-7CC3A1DCAB70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{7D9BE7E8-1FAE-421A-98E7-83F621FD7229}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36" y="963988"/>
            <a:ext cx="58293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마약 예방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서약서</a:t>
            </a:r>
            <a:r>
              <a:rPr lang="ko-KR" sz="2400"/>
              <a:t> </a:t>
            </a:r>
            <a:endParaRPr b="1" sz="2400"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61808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위반 시 그 어떠한 처벌도 감수할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705958" y="21710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{E6270CCF-E4AA-4428-AA88-7CC3A1DCAB70}</a:tableStyleId>
              </a:tblPr>
              <a:tblGrid>
                <a:gridCol w="5446225"/>
              </a:tblGrid>
              <a:tr h="3389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본인 </a:t>
                      </a:r>
                      <a:r>
                        <a:rPr lang="ko-KR" sz="1200" u="sng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마약의 위험성과 마약 범죄의 중대성을 인식하며 마약 근절과 건전한 사회 문화 구축에 기여할 것을 다짐하면서 다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음과 같이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엄숙히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서약합니다.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마약 근절 교육을 이수하고, 정기적인 중독상담, 정신과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치료를 받는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등 단약을 위해 최선을 다하겠습니다. </a:t>
                      </a:r>
                      <a:endParaRPr sz="14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주변에서 마약 범죄가 발생하는 경우 즉각 수사기관에 신고하는 등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마약 범죄 근절을 위하여 노력할 것을 다짐합니다.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마약의 위험성을 되새기고, 마약 범죄 예방에 관심을 가짐으로써,  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건전한 사회 문화가 조성될 수 있도록 노력하겠습니다.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