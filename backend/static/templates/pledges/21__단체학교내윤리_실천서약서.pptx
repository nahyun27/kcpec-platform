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UH6BDyjHsHaXOyT6C+CKipTmE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6F89BD-993E-4781-AB69-E1EB0C675C51}">
  <a:tblStyle styleId="{2A6F89BD-993E-4781-AB69-E1EB0C675C51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9F02B573-CB64-41C1-B1F8-D909CE5B9BB4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{2A6F89BD-993E-4781-AB69-E1EB0C675C51}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단체·학교 내 윤리 실천</a:t>
            </a: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 서약서</a:t>
            </a:r>
            <a:r>
              <a:rPr lang="ko-KR" sz="2400"/>
              <a:t xml:space="preserve"> </a:t>
            </a:r>
            <a:endParaRPr b="1" sz="2400"/>
          </a:p>
        </p:txBody>
      </p:sp>
      <p:pic>
        <p:nvPicPr>
          <p:cNvPr descr="패턴, 레드, 예술, 그래픽이(가) 표시된 사진  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  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211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00 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369823" y="5952200"/>
            <a:ext cx="601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   상기 사항을 숙지하고 성실히 준수하며,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이를 어기지 않도록 최선을 다할 것을 다짐합니다.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{9F02B573-CB64-41C1-B1F8-D909CE5B9BB4}</a:tableStyleId>
              </a:tblPr>
              <a:tblGrid>
                <a:gridCol w="5230900"/>
              </a:tblGrid>
              <a:tr h="35537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본인 </a:t>
                      </a:r>
                      <a:r>
                        <a:rPr lang="ko-KR" sz="1200" u="sng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                  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는(은)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공동체 구성원으로서 상호존중의 중요성을 인식하고, 건전한 공동체 문화 조성에 기여할 것을 다짐하면서 다음과 같이 엄숙히 서약합니다.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단체·학교 내 윤리교육을 성실히 이수하고, 공동체의 규범을 준수할 것을 굳게 다짐합니다.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타인을 따돌리거나 괴롭히지 않으며, 서로 배려하고 존중하겠습니다.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건전한 공동체 문화 조성을 위하여 배운 바를 실천하도록 노력하겠습니다.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