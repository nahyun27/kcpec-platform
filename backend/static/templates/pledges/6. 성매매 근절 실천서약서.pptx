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l6hzAuxX2JMuie461FkR3tVFf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56D4C9-7838-4830-BEDD-D1FD813E63A5}">
  <a:tblStyle styleId="{BF56D4C9-7838-4830-BEDD-D1FD813E63A5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3085A718-EBC2-4376-AF60-B3682F3B2680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{BF56D4C9-7838-4830-BEDD-D1FD813E63A5}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99" y="923788"/>
            <a:ext cx="58293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성매매 근절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556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423648" y="5742588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622596" y="21788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{3085A718-EBC2-4376-AF60-B3682F3B2680}</a:tableStyleId>
              </a:tblPr>
              <a:tblGrid>
                <a:gridCol w="5612800"/>
              </a:tblGrid>
              <a:tr h="33791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성에 대한 올바른 가치관 정립과 성매매 근절에 기여할 것을 다짐하면서 다음과 같이 엄숙히 서약합니다.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성매매예방 교육을 성실히 이수하고, 성에 대한 가치관을 재정립하는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등 성매매 행위 재발 방지를 위해 최선을 다하겠습니다. 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성매매 근절을 위해 책임감 있는 자세로 임하며 사회적으로도 건전한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성관념이 조성될 수 있도록 노력하겠습니다.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성을 상품화하는 인식에서 벗어나, 성에 대한 올바른 인식을 갖도록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노력하겠습니다.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