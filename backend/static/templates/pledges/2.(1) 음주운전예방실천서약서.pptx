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RHUKIFnCqpHFkdS3CaqEoQnW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EE8465-CADE-4CBE-82A3-BAB26498FFAF}">
  <a:tblStyle styleId="{BEEE8465-CADE-4CBE-82A3-BAB26498FF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C5E4DF4-6286-4C52-BDD1-74580D0D36B3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{BEEE8465-CADE-4CBE-82A3-BAB26498FFAF}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음주운전 예방 실천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081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{8C5E4DF4-6286-4C52-BDD1-74580D0D36B3}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음주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운전 근절에 기여할 것을 다짐하면서 다음과 같이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술자리에 차를 가져가지 않을 것이며, 한 잔이라도 음주했을 경우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반드시 대리운전을 이용하겠습니다.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음주운전의 위험성과 중대성을 항상 인지하여 음주 상태에서는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어떠한 경우에도 절대로 운전대를 잡지 않겠습니다.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음주운전 근절 문화가 확립될 수 있도록 최선을 다하겠습니다.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