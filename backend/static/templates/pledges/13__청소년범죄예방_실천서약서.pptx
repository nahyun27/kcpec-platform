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-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{2A6F89BD-993E-4781-AB69-E1EB0C675C51}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청소년범죄 예방 실천 서약서</a:t>
            </a:r>
            <a:r>
              <a:rPr lang="ko-KR" sz="2400"/>
              <a:t> </a:t>
            </a:r>
            <a:endParaRPr sz="2400" b="1"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131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 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다시는 이를 어기지 않을 것을 굳게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3966522035"/>
              </p:ext>
            </p:extLst>
          </p:nvPr>
        </p:nvGraphicFramePr>
        <p:xfrm>
          <a:off x="813546" y="2245639"/>
          <a:ext cx="5230900" cy="3553700"/>
        </p:xfrm>
        <a:graphic>
          <a:graphicData uri="http://schemas.openxmlformats.org/drawingml/2006/table">
            <a:tbl>
              <a:tblPr firstRow="1" bandRow="1">
                <a:noFill/>
                <a:tableStyleId>{9F02B573-CB64-41C1-B1F8-D909CE5B9BB4}</a:tableStyleId>
              </a:tblPr>
              <a:tblGrid>
                <a:gridCol w="52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37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는(은) 청소년범죄의 위험성을 인식하고, 건전한 성장과 준법생활에 힘쓸 것을 다짐하면서 다음과 같이 엄숙히 서약합니다.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예방교육을 성실히 이수하고, 범죄에 가담하지 않을 것을 굳게 다짐합니다.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나의 행동에 책임을 지고, 올바른 가치관과 준법정신을 함양하도록 노력하겠습니다.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건전한 사회의 일원으로 성장하기 위하여 배운 바를 실천하도록 최선을 다하겠습니다.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sz="16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A4 용지(210x297mm)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Play</vt:lpstr>
      <vt:lpstr>Office 테마</vt:lpstr>
      <vt:lpstr>청소년범죄 예방 실천 서약서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2026-07-03T05:21:31Z</dcterms:modified>
</cp:coreProperties>
</file>