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ziCqtbaqQUulYfmu2pp2ss9xu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2487CA-E6A4-4614-9537-1B4801561918}">
  <a:tblStyle styleId="{602487CA-E6A4-4614-9537-1B480156191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04AE467-8532-4DC9-BDA8-E0464E0ACD56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{602487CA-E6A4-4614-9537-1B4801561918}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준법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235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608" y="2260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{A04AE467-8532-4DC9-BDA8-E0464E0ACD56}</a:tableStyleId>
              </a:tblPr>
              <a:tblGrid>
                <a:gridCol w="5325025"/>
              </a:tblGrid>
              <a:tr h="32708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은)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준법의식에 대한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올바른 가치관 정립과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사회적 준법정신 구축에 기여할 것을 다짐하면서 다음과 같이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준법의식 교육을 이수하고, 법령을 위반하지 않는 등 법규를 성실히   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준수할 것을 다짐합니다.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법규 위반의 위험성에 대해 항시 인지하고, 준법정신을 함양하여   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타인의 모범이 되도록 최선을 다하겠습니다.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건전한 준법문화 조성을 위하여 노력하겠습니다.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