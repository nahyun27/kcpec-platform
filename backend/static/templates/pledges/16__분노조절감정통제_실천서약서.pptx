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분노조절·감정통제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161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배운 바를 꾸준히 실천하여 건강한 일상을 만들어갈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분노를 건강하게 다스리는 일의 중요성을 인식하고, 나와 주변의 평온한 관계를 위하여 노력할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분노조절·감정 통제교육을 성실히 이수하고, 배운 방법을 꾸준히 연습할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화가 날 때 잠시 멈추고, 폭력이 아닌 대화로 감정을 표현하겠습니다.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건강한 감정 표현으로 나와 주변의 관계를 지켜가도록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