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lay" panose="020B0600000101010101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hUH6BDyjHsHaXOyT6C+CKipTmE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6F89BD-993E-4781-AB69-E1EB0C675C51}">
  <a:tblStyle styleId="{2A6F89BD-993E-4781-AB69-E1EB0C675C51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F02B573-CB64-41C1-B1F8-D909CE5B9BB4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6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5936875" cy="9061075"/>
        </p:xfrm>
        <a:graphic>
          <a:graphicData uri="http://schemas.openxmlformats.org/drawingml/2006/table">
            <a:tbl>
              <a:tblPr firstRow="1" bandRow="1">
                <a:noFill/>
                <a:tableStyleId>{2A6F89BD-993E-4781-AB69-E1EB0C675C51}</a:tableStyleId>
              </a:tblPr>
              <a:tblGrid>
                <a:gridCol w="59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6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14346" y="961577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0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개인정보보호·사이버금융범죄</a:t>
            </a:r>
            <a:r>
              <a:rPr lang="ko-KR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예방 실천 서약서</a:t>
            </a:r>
            <a:r>
              <a:rPr lang="ko-KR" sz="2400" dirty="0"/>
              <a:t> </a:t>
            </a:r>
            <a:endParaRPr sz="2400" b="1" dirty="0"/>
          </a:p>
        </p:txBody>
      </p:sp>
      <p:pic>
        <p:nvPicPr>
          <p:cNvPr id="86" name="Google Shape;86;p1" descr="패턴, 레드, 예술, 그래픽이(가) 표시된 사진  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lang="ko-K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텍스트, 원, 폰트, 로고이(가) 표시된 사진  자동 생성된 설명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231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00 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호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369823" y="59522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</a:t>
            </a:r>
            <a:r>
              <a:rPr 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상기 사항을 숙지하고 성실히 준수하며, </a:t>
            </a:r>
            <a:endParaRPr b="1" dirty="0"/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배운 바를 성실히 실천하여 피해 예방에 힘쓸 것을</a:t>
            </a:r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다짐합니다.</a:t>
            </a:r>
            <a:endParaRPr sz="1600" b="1" dirty="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39"/>
          <a:ext cx="5230900" cy="3553700"/>
        </p:xfrm>
        <a:graphic>
          <a:graphicData uri="http://schemas.openxmlformats.org/drawingml/2006/table">
            <a:tbl>
              <a:tblPr firstRow="1" bandRow="1">
                <a:noFill/>
                <a:tableStyleId>{9F02B573-CB64-41C1-B1F8-D909CE5B9BB4}</a:tableStyleId>
              </a:tblPr>
              <a:tblGrid>
                <a:gridCol w="52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537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본인 </a:t>
                      </a:r>
                      <a:r>
                        <a:rPr lang="ko-KR" sz="12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는(은) 개인정보 보호와 사이버금융범죄 예방의 중요성을 인식하고, 안전한 디지털 사회 구축에 기여할 것을 다짐하면서 다음과 같이 엄숙히 서약합니다.</a:t>
                      </a:r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342900" marR="0" lvl="0" indent="-3429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개인정보보호·사이버금융범죄 예방교육을 성실히 이수하고, 나와 타인의 개인정보를 소중히 보호할 것을 굳게 다짐합니다.</a:t>
                      </a:r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342900" marR="0" lvl="0" indent="-3429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출처가 불분명한 링크와 요구에 유의하고, 나와 이웃의 피해 예방에 힘쓰겠습니다.</a:t>
                      </a:r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342900" marR="0" lvl="0" indent="-3429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안전한 디지털 금융생활을 실천하고, 사이버금융범죄 예방을 위하여 노력하겠습니다.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sz="16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A4 용지(210x297mm)</PresentationFormat>
  <Paragraphs>14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Play</vt:lpstr>
      <vt:lpstr>Arial</vt:lpstr>
      <vt:lpstr>Office 테마</vt:lpstr>
      <vt:lpstr>개인정보보호·사이버금융범죄 예방 실천 서약서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2983</dc:creator>
  <cp:lastModifiedBy>윤승진 변호사</cp:lastModifiedBy>
  <cp:revision>1</cp:revision>
  <dcterms:created xsi:type="dcterms:W3CDTF">2024-03-21T05:26:47Z</dcterms:created>
  <dcterms:modified xsi:type="dcterms:W3CDTF">2026-07-03T05:41:17Z</dcterms:modified>
</cp:coreProperties>
</file>