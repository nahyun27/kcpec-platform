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{2A6F89BD-993E-4781-AB69-E1EB0C675C51}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명예훼손·모욕 예방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251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{9F02B573-CB64-41C1-B1F8-D909CE5B9BB4}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본인 </a:t>
                      </a:r>
                      <a:r>
                        <a:rPr lang="ko-KR" sz="12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         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명예훼손과 모욕의 위험성과 중대성을 인식하고, 건전한 소통문화 조성에 기여할 것을 다짐하면서 다음과 같이 엄숙히 서약합니다.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명예훼손·모욕 예방교육을 성실히 이수하고, 타인의 명예와 인격을 훼손하지 않을 것을 굳게 다짐합니다.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온라인과 오프라인 어디에서도 근거 없는 비방과 모욕적인 말을 하지 않겠습니다.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말과 글의 무게를 되새기고, 서로 존중하는 소통문화 조성을 위하여 노력하겠습니다.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