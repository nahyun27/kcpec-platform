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UH6BDyjHsHaXOyT6C+CKipTmE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F24417D-7191-4542-B78E-64F3F948BD90}">
  <a:tblStyle styleId="{DF24417D-7191-4542-B78E-64F3F948BD9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FF12327-215E-46A6-84E4-E05843D2AF1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{DF24417D-7191-4542-B78E-64F3F948BD90}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재산범죄 예방 실천</a:t>
            </a:r>
            <a:r>
              <a:rPr b="1" lang="ko-KR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서약서</a:t>
            </a:r>
            <a:r>
              <a:rPr lang="ko-KR" sz="2400"/>
              <a:t> </a:t>
            </a:r>
            <a:endParaRPr b="1" sz="2400"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84200" y="6813075"/>
            <a:ext cx="42897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서약일자 :   202</a:t>
            </a:r>
            <a:r>
              <a:rPr lang="ko-KR" sz="1600">
                <a:solidFill>
                  <a:schemeClr val="dk1"/>
                </a:solidFill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년     월       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3" cy="4289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101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25 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369823" y="5952200"/>
            <a:ext cx="6010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상기 사항을 숙지하고 성실히 준수하며,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ko-K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위반 시 그 어떠한 처벌도 감수할 것을 다짐합니다.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{2FF12327-215E-46A6-84E4-E05843D2AF1E}</a:tableStyleId>
              </a:tblPr>
              <a:tblGrid>
                <a:gridCol w="5230900"/>
              </a:tblGrid>
              <a:tr h="3553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본인 </a:t>
                      </a:r>
                      <a:r>
                        <a:rPr lang="ko-KR" sz="1200" u="sng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는(은)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사기, 횡령, 배임 등 재산범죄의 위험성과 중대성을 인식하며 재산범죄의 근절과 건전한 사회 문화 구축에 기여할 것을 다짐하면서 다음과 같이 엄숙히 서약합니다.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재산범죄예방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교육을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성실히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이수하고,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타인의 재물을 불법적인 </a:t>
                      </a:r>
                      <a:endParaRPr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방법으로 영득하지 않을 것을 굳게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다짐합니다. 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sz="1200" u="none" cap="none" strike="noStrike"/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법규 위반의 위험성에 대해 항시 인지하고, 준법정신을 함양하여   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건전한 경제활동을 하도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록 최선을 다하겠습니다.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하나, </a:t>
                      </a: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재산범죄의 위험성과 중대성을 되새기고,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건전한 준법문화 조성을 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</a:t>
                      </a:r>
                      <a:r>
                        <a:rPr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위하여 노력하겠습니다. 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 txBox="1"/>
          <p:nvPr/>
        </p:nvSpPr>
        <p:spPr>
          <a:xfrm>
            <a:off x="2770650" y="7477975"/>
            <a:ext cx="3273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서약자 :                                     (인)</a:t>
            </a:r>
            <a:endParaRPr b="0" i="0" sz="16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