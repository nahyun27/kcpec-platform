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1bkJKznoCdb9S2BqrsDuMhhIs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31763C-4A23-4246-A057-0DA4130442C7}">
  <a:tblStyle styleId="{5731763C-4A23-4246-A057-0DA4130442C7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B012DC8A-E2CE-4016-B947-8FEA89548FE3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{5731763C-4A23-4246-A057-0DA4130442C7}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스토킹범죄 예방 실천</a:t>
            </a: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서약서</a:t>
            </a:r>
            <a:r>
              <a:rPr lang="ko-KR" sz="2400"/>
              <a:t> </a:t>
            </a:r>
            <a:endParaRPr b="1" sz="2400"/>
          </a:p>
        </p:txBody>
      </p:sp>
      <p:pic>
        <p:nvPicPr>
          <p:cNvPr descr="패턴, 레드, 예술, 그래픽이(가) 표시된 사진&#10;&#10;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&#10;&#10;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-kcpec-111- 000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24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369823" y="5952200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상기 사항을 숙지하고 성실히 준수하며,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위반 시 그 어떠한 처벌도 감수할 것을 다짐합니다.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{B012DC8A-E2CE-4016-B947-8FEA89548FE3}</a:tableStyleId>
              </a:tblPr>
              <a:tblGrid>
                <a:gridCol w="5230900"/>
              </a:tblGrid>
              <a:tr h="35537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본인 </a:t>
                      </a:r>
                      <a:r>
                        <a:rPr lang="ko-KR" sz="1200" u="sng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는(은)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스토킹범죄의 위험성과 중대성을 인식하고, 스토킹범죄 근절과 건전한 사회 문화 구축에 기여할 것을 다짐하면서 다음과 같이 엄숙히 서약합니다.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sz="12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스토킹범죄예방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교육을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성실히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이수하고, 법령을 위반하지 않는 등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법규를 성실히 준수할 것을 다짐합니다. </a:t>
                      </a:r>
                      <a:endParaRPr sz="14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sz="12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타인의 자유의사를 존중하고, 나 자신의 일방적인 의사를 타인에게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강요하지 않도록 주의하겠습니다.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스토킹범죄의 중대성을 되새기고,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건전한 준법문화 조성을 위하여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노력하겠습니다.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