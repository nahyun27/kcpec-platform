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디지털저작권·정보통신윤리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서약서</a:t>
            </a:r>
            <a:r>
              <a:rPr lang="ko-KR" sz="2400"/>
              <a:t xml:space="preserve"> </a:t>
            </a:r>
            <a:endParaRPr b="1" sz="2400"/>
          </a:p>
        </p:txBody>
      </p:sp>
      <p:pic>
        <p:nvPicPr>
          <p:cNvPr descr="패턴, 레드, 예술, 그래픽이(가) 표시된 사진  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  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221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이를 어기지 않도록 최선을 다할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저작권 보호와 정보통신 윤리의 중요성을 인식하고, 건전한 디지털 이용문화 조성에 기여할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디지털저작권·정보통신윤리 교육을 성실히 이수하고, 타인의 저작물을 무단으로 이용하지 않을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정당한 절차와 이용허락을 통해 콘텐츠를 이용하며, 불법 복제·공유를 하지 않겠습니다.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정보통신 윤리를 지키고, 건전한 디지털 이용문화 조성을 위하여 노력하겠습니다.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