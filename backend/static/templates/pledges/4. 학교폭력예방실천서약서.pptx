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iu+sFszjv4Y1sC+qS34hR5V38r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8633ED-A11F-4384-8D63-38E40FEC2688}">
  <a:tblStyle styleId="{438633ED-A11F-4384-8D63-38E40FEC2688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5E877A72-1F57-4EAD-A70B-03BC50EB99D5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{438633ED-A11F-4384-8D63-38E40FEC2688}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학교폭력 예방 실천</a:t>
            </a: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서약서</a:t>
            </a:r>
            <a:r>
              <a:rPr lang="ko-KR" sz="2400"/>
              <a:t> </a:t>
            </a:r>
            <a:endParaRPr b="1" sz="2400"/>
          </a:p>
        </p:txBody>
      </p:sp>
      <p:pic>
        <p:nvPicPr>
          <p:cNvPr descr="패턴, 레드, 예술, 그래픽이(가) 표시된 사진&#10;&#10;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84200" y="6813075"/>
            <a:ext cx="42897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서약일자 :   202</a:t>
            </a:r>
            <a:r>
              <a:rPr lang="ko-KR" sz="1600">
                <a:solidFill>
                  <a:schemeClr val="dk1"/>
                </a:solidFill>
              </a:rPr>
              <a:t>6</a:t>
            </a: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년     월       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원, 폰트, 로고이(가) 표시된 사진&#10;&#10;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194"/>
            <a:ext cx="4289613" cy="42896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4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호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369823" y="5952200"/>
            <a:ext cx="601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상기 사항을 숙지하고 성실히 준수하며,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위반 시 그 어떠한 처벌도 감수할 것을 다짐합니다.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546" y="22456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{5E877A72-1F57-4EAD-A70B-03BC50EB99D5}</a:tableStyleId>
              </a:tblPr>
              <a:tblGrid>
                <a:gridCol w="5230900"/>
              </a:tblGrid>
              <a:tr h="35537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본인 </a:t>
                      </a:r>
                      <a:r>
                        <a:rPr lang="ko-KR" sz="1200" u="sng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는(은)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올바른 가치관 정립과 건전한 학급문화 구축에 기여할 것을 다짐하면서 다음과 같이 엄숙히 서약합니다.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1" sz="12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모든 개인 인격의 존엄성을 이해하고, 교우들에게 어떠한 형태로든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폭력적인 언행을 하지 않겠습니다.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1" sz="12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학교폭력의 위험성과 중대성을 인지하고, 타인의 모범이 되어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학교폭력 예방을 위해 앞장서겠습니다. 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학교폭력예방교육을 이수하고, 건전한 교내 문화 조성을 위하여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노력하겠습니다.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"/>
          <p:cNvSpPr txBox="1"/>
          <p:nvPr/>
        </p:nvSpPr>
        <p:spPr>
          <a:xfrm>
            <a:off x="2770650" y="7477975"/>
            <a:ext cx="3273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서약자 :                                     (인)</a:t>
            </a:r>
            <a:endParaRPr b="0" i="0" sz="1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