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공무원 윤리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191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이를 어기지 않도록 최선을 다할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공직자로서 청렴과 윤리의 중요성을 인식하고, 공정하고 투명한 공직문화 조성에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공무원 윤리교육을 성실히 이수하고, 행동강령과 관련 법령을 준수할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직무를 수행함에 있어 어떠한 부정한 청탁이나 금품도 받지 않겠습니다.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청렴한 공직자로서 품위를 지키고, 공익을 최우선으로 하여 직무에 임하겠습니다.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