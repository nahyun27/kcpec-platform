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NZw8ZnAd41qiOipvGouik+Vz5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02F4E2-75E7-45EB-853F-C6AC8941AA45}">
  <a:tblStyle styleId="{3A02F4E2-75E7-45EB-853F-C6AC8941AA45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D4D06958-FF49-4095-A15B-E89A3C4E22D9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{3A02F4E2-75E7-45EB-853F-C6AC8941AA45}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성희롱</a:t>
            </a:r>
            <a:r>
              <a:rPr b="1" lang="ko-KR" sz="2400">
                <a:latin typeface="Arial"/>
                <a:ea typeface="Arial"/>
                <a:cs typeface="Arial"/>
                <a:sym typeface="Arial"/>
              </a:rPr>
              <a:t>·성폭력 예방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1- 00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121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423660" y="6043075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766533" y="24779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{D4D06958-FF49-4095-A15B-E89A3C4E22D9}</a:tableStyleId>
              </a:tblPr>
              <a:tblGrid>
                <a:gridCol w="5325025"/>
              </a:tblGrid>
              <a:tr h="321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성에 대한 올바른 가치관 정립과 양성평등 문화 구축에 기여할 것을 다짐하면서 다음과 같이 엄숙히 서약합니다.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성범죄예방교육을 이수하고, 불필요하고 부적절한 성적 언동을 하지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않는 등  성희롱·성폭력 행위 재발 방지를 위해 최선을 다하겠습니다.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성희롱·성폭력 피해자에게 2차 피해가 발생하지 않도록 유의하여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행동하겠습니다.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성희롱·성폭력 근절을 위해 책임감 있는 자세로 임하며 건전한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양성평등 문화 조성을 위하여 노력하겠습니다.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