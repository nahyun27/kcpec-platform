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UH6BDyjHsHaXOyT6C+CKipTmE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6F89BD-993E-4781-AB69-E1EB0C675C51}">
  <a:tblStyle styleId="{2A6F89BD-993E-4781-AB69-E1EB0C675C5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F02B573-CB64-41C1-B1F8-D909CE5B9BB4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{2A6F89BD-993E-4781-AB69-E1EB0C675C51}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안전운전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 서약서</a:t>
            </a:r>
            <a:r>
              <a:rPr lang="ko-KR" sz="2400"/>
              <a:t xml:space="preserve"> </a:t>
            </a:r>
            <a:endParaRPr b="1" sz="2400"/>
          </a:p>
        </p:txBody>
      </p:sp>
      <p:pic>
        <p:nvPicPr>
          <p:cNvPr descr="패턴, 레드, 예술, 그래픽이(가) 표시된 사진  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  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141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00 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 xml:space="preserve">위반 시 그에 따른 책임을 감수할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{9F02B573-CB64-41C1-B1F8-D909CE5B9BB4}</a:tableStyleId>
              </a:tblPr>
              <a:tblGrid>
                <a:gridCol w="5230900"/>
              </a:tblGrid>
              <a:tr h="3553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본인 </a:t>
                      </a:r>
                      <a:r>
                        <a:rPr lang="ko-KR" sz="1200" u="sng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                  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운전대를 잡는 일의 무게와 교통법규의 중요성을 인식하고, 나와 이웃의 생명을 지키는 안전운전에 힘쓸 것을 다짐하면서 다음과 같이 엄숙히 서약합니다.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운전습관·도로교통법 교육을 성실히 이수하고, 교통법규를 준수할 것을 굳게 다짐합니다.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음주운전과 과속, 신호위반 등 위험한 운전을 하지 않을 것을 다짐합니다.</a:t>
                      </a: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 </a:t>
                      </a:r>
                    </a:p>
                    <a:p>
                      <a:pPr indent="-342900" lvl="0" marL="34290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 xml:space="preserve">나와 이웃의 생명을 소중히 여기며, 배려하는 안전운전 습관을 실천하겠습니다.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