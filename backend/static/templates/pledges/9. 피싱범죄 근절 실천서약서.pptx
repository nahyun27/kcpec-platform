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/6E3jMHbS0Qqzj/GveoF82YmJ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C1C91D-3D60-4AB2-BBF1-1E60FD83D523}">
  <a:tblStyle styleId="{B3C1C91D-3D60-4AB2-BBF1-1E60FD83D52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A9C3FC55-1B3E-4D75-A9DB-63E2A42A529C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{B3C1C91D-3D60-4AB2-BBF1-1E60FD83D523}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피싱범죄 예방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서약서</a:t>
            </a:r>
            <a:r>
              <a:rPr lang="ko-KR" sz="2400"/>
              <a:t> </a:t>
            </a:r>
            <a:endParaRPr b="1" sz="2400"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707" y="606575"/>
            <a:ext cx="5325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9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07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위반 시 그 어떠한 처벌도 감수할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{A9C3FC55-1B3E-4D75-A9DB-63E2A42A529C}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피싱범죄의 위험성과 중대성을 인식하며 피싱범죄의 근절과 건전한 사회 문화 구축에 기여할 것을 다짐하면서 다음과 같이 엄숙히 서약합니다.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피싱범죄예방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교육을 이수하고,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불법적인 일에 가담하지 않도록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경각심을 가지고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법규를 성실히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준수하겠습니다. </a:t>
                      </a:r>
                      <a:endParaRPr sz="14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주변에서 피싱범죄가 발생하는 경우 즉각 수사기관에 신고하는 등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피싱범죄 근절을 위하여 노력할 것을 다짐합니다.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건전한 준법문화 조성을 위하여 노력하겠습니다.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