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5O6HSw27nSKZ0m/GdSwkC8T10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64C090-958E-4355-A218-6D0E69D0DB46}">
  <a:tblStyle styleId="{3A64C090-958E-4355-A218-6D0E69D0DB46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CAF4FD20-EF6C-41C9-B15B-FE061BA41040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{3A64C090-958E-4355-A218-6D0E69D0DB46}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도박(개장) 근절 실천</a:t>
            </a: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서약서</a:t>
            </a:r>
            <a:r>
              <a:rPr lang="ko-KR" sz="2400"/>
              <a:t> </a:t>
            </a:r>
            <a:endParaRPr b="1" sz="2400"/>
          </a:p>
        </p:txBody>
      </p:sp>
      <p:pic>
        <p:nvPicPr>
          <p:cNvPr descr="패턴, 레드, 예술, 그래픽이(가) 표시된 사진&#10;&#10;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&#10;&#10;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8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18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369823" y="5952200"/>
            <a:ext cx="601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상기 사항을 숙지하고 성실히 준수하며,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위반 시 그 어떠한 처벌도 감수할 것을 다짐합니다.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{CAF4FD20-EF6C-41C9-B15B-FE061BA41040}</a:tableStyleId>
              </a:tblPr>
              <a:tblGrid>
                <a:gridCol w="5230900"/>
              </a:tblGrid>
              <a:tr h="35537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본인 </a:t>
                      </a:r>
                      <a:r>
                        <a:rPr lang="ko-KR" sz="1200" u="sng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는(은)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도박의 위험성과 도박 범죄의 중대성을 인식하며 도박 근절과 건전한 사회 문화 구축에 기여할 것을 다짐하면서 다음과 같이 엄숙히 서약합니다.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sz="12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도박 근절 교육을 성실히 이수하고, 정기적인 도박 중독, 정신과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치료를 받는 등 도박 근절을 위해 최선을 다하겠습니다. </a:t>
                      </a:r>
                      <a:endParaRPr sz="14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sz="12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주변에서 도박 범죄가 발생하는 경우 즉각 수사기관에 신고하는 등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도박 범죄 근절을 위하여 노력할 것을 다짐합니다.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도박의 위험성을 되새기고, 도박 범죄 예방에 관심을 가짐으로써,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건전한 사회 문화가 조성될 수 있도록 노력하겠습니다.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