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embeddedFontLst>
    <p:embeddedFont>
      <p:font typeface="Play" panose="020B0600000101010101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hUH6BDyjHsHaXOyT6C+CKipTmE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6F89BD-993E-4781-AB69-E1EB0C675C51}">
  <a:tblStyle styleId="{2A6F89BD-993E-4781-AB69-E1EB0C675C51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F02B573-CB64-41C1-B1F8-D909CE5B9BB4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634" y="-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5936875" cy="9061075"/>
        </p:xfrm>
        <a:graphic>
          <a:graphicData uri="http://schemas.openxmlformats.org/drawingml/2006/table">
            <a:tbl>
              <a:tblPr firstRow="1" bandRow="1">
                <a:noFill/>
                <a:tableStyleId>{2A6F89BD-993E-4781-AB69-E1EB0C675C51}</a:tableStyleId>
              </a:tblPr>
              <a:tblGrid>
                <a:gridCol w="593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06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건강한 양육 실천 서약서</a:t>
            </a:r>
            <a:r>
              <a:rPr lang="ko-KR" sz="2400"/>
              <a:t> </a:t>
            </a:r>
            <a:endParaRPr sz="2400" b="1"/>
          </a:p>
        </p:txBody>
      </p:sp>
      <p:pic>
        <p:nvPicPr>
          <p:cNvPr id="86" name="Google Shape;86;p1" descr="패턴, 레드, 예술, 그래픽이(가) 표시된 사진  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lang="ko-K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텍스트, 원, 폰트, 로고이(가) 표시된 사진  자동 생성된 설명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241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00 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호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369823" y="5952199"/>
            <a:ext cx="6010800" cy="86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lang="ko-KR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ko-KR" sz="2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상기 사항을 성실히 준수하며, </a:t>
            </a:r>
            <a:endParaRPr sz="2600" b="1" dirty="0"/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2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배운 바를 성실히 실천하여 아동의 건강한 성장을 지원할 것을</a:t>
            </a:r>
            <a:endParaRPr lang="en-US" altLang="ko-KR" sz="26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2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다짐합니다.</a:t>
            </a:r>
            <a:endParaRPr sz="2600" b="1" dirty="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>
            <p:extLst>
              <p:ext uri="{D42A27DB-BD31-4B8C-83A1-F6EECF244321}">
                <p14:modId xmlns:p14="http://schemas.microsoft.com/office/powerpoint/2010/main" val="629001694"/>
              </p:ext>
            </p:extLst>
          </p:nvPr>
        </p:nvGraphicFramePr>
        <p:xfrm>
          <a:off x="813546" y="2245639"/>
          <a:ext cx="5230900" cy="3553700"/>
        </p:xfrm>
        <a:graphic>
          <a:graphicData uri="http://schemas.openxmlformats.org/drawingml/2006/table">
            <a:tbl>
              <a:tblPr firstRow="1" bandRow="1">
                <a:noFill/>
                <a:tableStyleId>{9F02B573-CB64-41C1-B1F8-D909CE5B9BB4}</a:tableStyleId>
              </a:tblPr>
              <a:tblGrid>
                <a:gridCol w="52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537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본인 </a:t>
                      </a:r>
                      <a:r>
                        <a:rPr lang="ko-KR" sz="1200" u="sng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</a:t>
                      </a: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는(은) 보호자로서 올바른 양육의 중요성을 인식하고, 아동의 건강한 성장을 지원할 것을 다짐하면서 다음과 같이 엄숙히 서약합니다.</a:t>
                      </a:r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L="342900" marR="0" lvl="0" indent="-3429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1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보호자 양육윤리교육을 성실히 이수하고, 아동의 권리와 인격을 존중할 것을 굳게 다짐합니다.</a:t>
                      </a:r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L="342900" marR="0" lvl="0" indent="-3429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1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체벌과 정서적 학대 대신 긍정적 훈육과 소통으로 아이를 양육하겠습니다.</a:t>
                      </a:r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L="342900" marR="0" lvl="0" indent="-3429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1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아동의 건강한 성장을 위하여 배운 바를 일상에서 실천하도록 노력하겠습니다.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sz="16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Microsoft Office PowerPoint</Application>
  <PresentationFormat>A4 용지(210x297mm)</PresentationFormat>
  <Paragraphs>15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Play</vt:lpstr>
      <vt:lpstr>Office 테마</vt:lpstr>
      <vt:lpstr>건강한 양육 실천 서약서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2983</dc:creator>
  <cp:lastModifiedBy>윤승진 변호사</cp:lastModifiedBy>
  <cp:revision>1</cp:revision>
  <dcterms:created xsi:type="dcterms:W3CDTF">2024-03-21T05:26:47Z</dcterms:created>
  <dcterms:modified xsi:type="dcterms:W3CDTF">2026-07-03T05:48:15Z</dcterms:modified>
</cp:coreProperties>
</file>