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hUH6BDyjHsHaXOyT6C+CKipTmE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6F89BD-993E-4781-AB69-E1EB0C675C51}">
  <a:tblStyle styleId="{2A6F89BD-993E-4781-AB69-E1EB0C675C5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F02B573-CB64-41C1-B1F8-D909CE5B9BB4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6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{2A6F89BD-993E-4781-AB69-E1EB0C675C51}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직장 내 윤리 실천 서약서</a:t>
            </a:r>
            <a:r>
              <a:rPr lang="ko-KR" sz="2400"/>
              <a:t> </a:t>
            </a:r>
            <a:endParaRPr sz="2400" b="1"/>
          </a:p>
        </p:txBody>
      </p:sp>
      <p:pic>
        <p:nvPicPr>
          <p:cNvPr id="86" name="Google Shape;86;p1" descr="패턴, 레드, 예술, 그래픽이(가) 표시된 사진  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텍스트, 원, 폰트, 로고이(가) 표시된 사진  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201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 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호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상기 사항을 숙지하고 성실히 준수하며,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이를 어기지 않도록 최선을 다할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39"/>
          <a:ext cx="5230900" cy="3553700"/>
        </p:xfrm>
        <a:graphic>
          <a:graphicData uri="http://schemas.openxmlformats.org/drawingml/2006/table">
            <a:tbl>
              <a:tblPr firstRow="1" bandRow="1">
                <a:noFill/>
                <a:tableStyleId>{9F02B573-CB64-41C1-B1F8-D909CE5B9BB4}</a:tableStyleId>
              </a:tblPr>
              <a:tblGrid>
                <a:gridCol w="52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537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본인 </a:t>
                      </a:r>
                      <a:r>
                        <a:rPr lang="ko-KR" sz="12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는(은) 건전한 직업윤리의 중요성을 인식하고, 존중과 신뢰의 조직문화 조성에 기여할 것을 다짐하면서 다음과 같이 엄숙히 서약합니다.</a:t>
                      </a:r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342900" marR="0" lvl="0" indent="-3429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직장 내 윤리교육을 성실히 이수하고, 관련 규범과 법령을 준수할 것을 굳게 다짐합니다.</a:t>
                      </a:r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342900" marR="0" lvl="0" indent="-3429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동료의 인격과 권리를 존중하며, 직장 내 괴롭힘과 성희롱을 하지 않겠습니다.</a:t>
                      </a:r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342900" marR="0" lvl="0" indent="-3429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공정하고 투명한 업무처리로 신뢰받는 조직문화 조성을 위하여 노력하겠습니다.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sz="16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A4 용지(210x297mm)</PresentationFormat>
  <Paragraphs>14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Play</vt:lpstr>
      <vt:lpstr>Arial</vt:lpstr>
      <vt:lpstr>Office 테마</vt:lpstr>
      <vt:lpstr>직장 내 윤리 실천 서약서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윤승진 변호사</cp:lastModifiedBy>
  <cp:revision>1</cp:revision>
  <dcterms:created xsi:type="dcterms:W3CDTF">2024-03-21T05:26:47Z</dcterms:created>
  <dcterms:modified xsi:type="dcterms:W3CDTF">2026-07-03T05:28:34Z</dcterms:modified>
</cp:coreProperties>
</file>