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생활예절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151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이를 어기지 않도록 최선을 다할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생활 속 예절의 참된 의미와 존중·배려의 정신을 인식하고, 더불어 살아가는 건강한 생활문화 조성에 기여할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생활예절교육을 성실히 이수하고, 일상 속에서 예절을 지킬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인사와 대화에서 상대를 존중하고, 배려하는 말과 행동을 실천하겠습니다.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공공장소와 디지털 공간에서 질서와 예의를 지키도록 노력하겠습니다.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